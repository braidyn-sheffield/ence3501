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handoutMasterIdLst>
    <p:handoutMasterId r:id="rId21"/>
  </p:handoutMasterIdLst>
  <p:sldIdLst>
    <p:sldId id="436" r:id="rId5"/>
    <p:sldId id="437" r:id="rId6"/>
    <p:sldId id="448" r:id="rId7"/>
    <p:sldId id="449" r:id="rId8"/>
    <p:sldId id="458" r:id="rId9"/>
    <p:sldId id="459" r:id="rId10"/>
    <p:sldId id="450" r:id="rId11"/>
    <p:sldId id="456" r:id="rId12"/>
    <p:sldId id="451" r:id="rId13"/>
    <p:sldId id="452" r:id="rId14"/>
    <p:sldId id="453" r:id="rId15"/>
    <p:sldId id="454" r:id="rId16"/>
    <p:sldId id="457" r:id="rId17"/>
    <p:sldId id="455" r:id="rId18"/>
    <p:sldId id="43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910F1F-DF31-4DF3-B0A4-697D02930119}" v="17" dt="2025-11-13T22:36:59.632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76" d="100"/>
          <a:sy n="76" d="100"/>
        </p:scale>
        <p:origin x="62" y="106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idyn Sheffield" userId="45cce889-5511-4e7f-9428-e041e6446f25" providerId="ADAL" clId="{27CEEF82-70FE-4549-9030-A4B4C86B5B30}"/>
    <pc:docChg chg="undo custSel addSld delSld modSld sldOrd">
      <pc:chgData name="Braidyn Sheffield" userId="45cce889-5511-4e7f-9428-e041e6446f25" providerId="ADAL" clId="{27CEEF82-70FE-4549-9030-A4B4C86B5B30}" dt="2025-11-13T22:37:06.743" v="144" actId="1076"/>
      <pc:docMkLst>
        <pc:docMk/>
      </pc:docMkLst>
      <pc:sldChg chg="addSp delSp modSp mod setBg addAnim delAnim">
        <pc:chgData name="Braidyn Sheffield" userId="45cce889-5511-4e7f-9428-e041e6446f25" providerId="ADAL" clId="{27CEEF82-70FE-4549-9030-A4B4C86B5B30}" dt="2025-11-13T18:12:58.402" v="97" actId="26606"/>
        <pc:sldMkLst>
          <pc:docMk/>
          <pc:sldMk cId="2280806097" sldId="435"/>
        </pc:sldMkLst>
        <pc:spChg chg="del">
          <ac:chgData name="Braidyn Sheffield" userId="45cce889-5511-4e7f-9428-e041e6446f25" providerId="ADAL" clId="{27CEEF82-70FE-4549-9030-A4B4C86B5B30}" dt="2025-11-13T18:12:42.333" v="92" actId="478"/>
          <ac:spMkLst>
            <pc:docMk/>
            <pc:sldMk cId="2280806097" sldId="435"/>
            <ac:spMk id="3" creationId="{683903A8-A18D-B79C-ACB8-BC6B993721FE}"/>
          </ac:spMkLst>
        </pc:spChg>
        <pc:spChg chg="del">
          <ac:chgData name="Braidyn Sheffield" userId="45cce889-5511-4e7f-9428-e041e6446f25" providerId="ADAL" clId="{27CEEF82-70FE-4549-9030-A4B4C86B5B30}" dt="2025-11-13T18:12:18.145" v="91" actId="478"/>
          <ac:spMkLst>
            <pc:docMk/>
            <pc:sldMk cId="2280806097" sldId="435"/>
            <ac:spMk id="4" creationId="{993996D8-2F12-9C0D-8ADA-A52C5A349F67}"/>
          </ac:spMkLst>
        </pc:spChg>
        <pc:spChg chg="mod">
          <ac:chgData name="Braidyn Sheffield" userId="45cce889-5511-4e7f-9428-e041e6446f25" providerId="ADAL" clId="{27CEEF82-70FE-4549-9030-A4B4C86B5B30}" dt="2025-11-13T18:12:58.402" v="97" actId="26606"/>
          <ac:spMkLst>
            <pc:docMk/>
            <pc:sldMk cId="2280806097" sldId="435"/>
            <ac:spMk id="6" creationId="{6C71D8FC-E122-CABE-6FCE-615B2C341934}"/>
          </ac:spMkLst>
        </pc:spChg>
        <pc:spChg chg="add">
          <ac:chgData name="Braidyn Sheffield" userId="45cce889-5511-4e7f-9428-e041e6446f25" providerId="ADAL" clId="{27CEEF82-70FE-4549-9030-A4B4C86B5B30}" dt="2025-11-13T18:12:58.402" v="97" actId="26606"/>
          <ac:spMkLst>
            <pc:docMk/>
            <pc:sldMk cId="2280806097" sldId="435"/>
            <ac:spMk id="11" creationId="{7A08E557-10DB-421A-876E-1AE58F8E07C4}"/>
          </ac:spMkLst>
        </pc:spChg>
        <pc:spChg chg="add del">
          <ac:chgData name="Braidyn Sheffield" userId="45cce889-5511-4e7f-9428-e041e6446f25" providerId="ADAL" clId="{27CEEF82-70FE-4549-9030-A4B4C86B5B30}" dt="2025-11-13T18:12:58.386" v="96" actId="26606"/>
          <ac:spMkLst>
            <pc:docMk/>
            <pc:sldMk cId="2280806097" sldId="435"/>
            <ac:spMk id="13" creationId="{7A08E557-10DB-421A-876E-1AE58F8E07C4}"/>
          </ac:spMkLst>
        </pc:spChg>
        <pc:spChg chg="add del">
          <ac:chgData name="Braidyn Sheffield" userId="45cce889-5511-4e7f-9428-e041e6446f25" providerId="ADAL" clId="{27CEEF82-70FE-4549-9030-A4B4C86B5B30}" dt="2025-11-13T18:12:58.386" v="96" actId="26606"/>
          <ac:spMkLst>
            <pc:docMk/>
            <pc:sldMk cId="2280806097" sldId="435"/>
            <ac:spMk id="15" creationId="{9B9C0EA8-1D7C-4958-8088-FCCA7A14337D}"/>
          </ac:spMkLst>
        </pc:spChg>
        <pc:spChg chg="add del">
          <ac:chgData name="Braidyn Sheffield" userId="45cce889-5511-4e7f-9428-e041e6446f25" providerId="ADAL" clId="{27CEEF82-70FE-4549-9030-A4B4C86B5B30}" dt="2025-11-13T18:12:58.386" v="96" actId="26606"/>
          <ac:spMkLst>
            <pc:docMk/>
            <pc:sldMk cId="2280806097" sldId="435"/>
            <ac:spMk id="17" creationId="{5000D6DE-A23B-4C22-B47F-8F693347EFE8}"/>
          </ac:spMkLst>
        </pc:spChg>
        <pc:spChg chg="add del">
          <ac:chgData name="Braidyn Sheffield" userId="45cce889-5511-4e7f-9428-e041e6446f25" providerId="ADAL" clId="{27CEEF82-70FE-4549-9030-A4B4C86B5B30}" dt="2025-11-13T18:12:58.386" v="96" actId="26606"/>
          <ac:spMkLst>
            <pc:docMk/>
            <pc:sldMk cId="2280806097" sldId="435"/>
            <ac:spMk id="19" creationId="{24D14FB4-6458-4E1D-B46C-BBE29EDFC23C}"/>
          </ac:spMkLst>
        </pc:spChg>
        <pc:spChg chg="add del">
          <ac:chgData name="Braidyn Sheffield" userId="45cce889-5511-4e7f-9428-e041e6446f25" providerId="ADAL" clId="{27CEEF82-70FE-4549-9030-A4B4C86B5B30}" dt="2025-11-13T18:12:58.386" v="96" actId="26606"/>
          <ac:spMkLst>
            <pc:docMk/>
            <pc:sldMk cId="2280806097" sldId="435"/>
            <ac:spMk id="21" creationId="{3CF0F7CE-15DE-4549-B1AD-71D91FB52CF6}"/>
          </ac:spMkLst>
        </pc:spChg>
        <pc:spChg chg="add del">
          <ac:chgData name="Braidyn Sheffield" userId="45cce889-5511-4e7f-9428-e041e6446f25" providerId="ADAL" clId="{27CEEF82-70FE-4549-9030-A4B4C86B5B30}" dt="2025-11-13T18:12:58.386" v="96" actId="26606"/>
          <ac:spMkLst>
            <pc:docMk/>
            <pc:sldMk cId="2280806097" sldId="435"/>
            <ac:spMk id="23" creationId="{3D651D50-AFE8-4258-90FE-E239C313818F}"/>
          </ac:spMkLst>
        </pc:spChg>
        <pc:spChg chg="add">
          <ac:chgData name="Braidyn Sheffield" userId="45cce889-5511-4e7f-9428-e041e6446f25" providerId="ADAL" clId="{27CEEF82-70FE-4549-9030-A4B4C86B5B30}" dt="2025-11-13T18:12:58.402" v="97" actId="26606"/>
          <ac:spMkLst>
            <pc:docMk/>
            <pc:sldMk cId="2280806097" sldId="435"/>
            <ac:spMk id="25" creationId="{B663E900-0B59-4326-97A6-326A75B124C8}"/>
          </ac:spMkLst>
        </pc:spChg>
        <pc:spChg chg="add">
          <ac:chgData name="Braidyn Sheffield" userId="45cce889-5511-4e7f-9428-e041e6446f25" providerId="ADAL" clId="{27CEEF82-70FE-4549-9030-A4B4C86B5B30}" dt="2025-11-13T18:12:58.402" v="97" actId="26606"/>
          <ac:spMkLst>
            <pc:docMk/>
            <pc:sldMk cId="2280806097" sldId="435"/>
            <ac:spMk id="26" creationId="{A4813B66-A56C-47CF-A925-B6177C5A646E}"/>
          </ac:spMkLst>
        </pc:spChg>
        <pc:spChg chg="add">
          <ac:chgData name="Braidyn Sheffield" userId="45cce889-5511-4e7f-9428-e041e6446f25" providerId="ADAL" clId="{27CEEF82-70FE-4549-9030-A4B4C86B5B30}" dt="2025-11-13T18:12:58.402" v="97" actId="26606"/>
          <ac:spMkLst>
            <pc:docMk/>
            <pc:sldMk cId="2280806097" sldId="435"/>
            <ac:spMk id="27" creationId="{B2147D44-C97C-405A-A47A-45863B50D92A}"/>
          </ac:spMkLst>
        </pc:spChg>
        <pc:spChg chg="add">
          <ac:chgData name="Braidyn Sheffield" userId="45cce889-5511-4e7f-9428-e041e6446f25" providerId="ADAL" clId="{27CEEF82-70FE-4549-9030-A4B4C86B5B30}" dt="2025-11-13T18:12:58.402" v="97" actId="26606"/>
          <ac:spMkLst>
            <pc:docMk/>
            <pc:sldMk cId="2280806097" sldId="435"/>
            <ac:spMk id="28" creationId="{70227DB4-32B5-4FE1-8847-991A412DBEAA}"/>
          </ac:spMkLst>
        </pc:spChg>
        <pc:spChg chg="add">
          <ac:chgData name="Braidyn Sheffield" userId="45cce889-5511-4e7f-9428-e041e6446f25" providerId="ADAL" clId="{27CEEF82-70FE-4549-9030-A4B4C86B5B30}" dt="2025-11-13T18:12:58.402" v="97" actId="26606"/>
          <ac:spMkLst>
            <pc:docMk/>
            <pc:sldMk cId="2280806097" sldId="435"/>
            <ac:spMk id="29" creationId="{068B6DAD-7E1E-4EF6-8EA1-63EE2D580A01}"/>
          </ac:spMkLst>
        </pc:spChg>
        <pc:picChg chg="add del">
          <ac:chgData name="Braidyn Sheffield" userId="45cce889-5511-4e7f-9428-e041e6446f25" providerId="ADAL" clId="{27CEEF82-70FE-4549-9030-A4B4C86B5B30}" dt="2025-11-13T18:12:58.386" v="96" actId="26606"/>
          <ac:picMkLst>
            <pc:docMk/>
            <pc:sldMk cId="2280806097" sldId="435"/>
            <ac:picMk id="10" creationId="{CC667813-343C-9BD1-C90E-B8C6BBDF5CA9}"/>
          </ac:picMkLst>
        </pc:picChg>
      </pc:sldChg>
      <pc:sldChg chg="addSp delSp modSp mod setBg">
        <pc:chgData name="Braidyn Sheffield" userId="45cce889-5511-4e7f-9428-e041e6446f25" providerId="ADAL" clId="{27CEEF82-70FE-4549-9030-A4B4C86B5B30}" dt="2025-11-12T17:03:21.956" v="8" actId="26606"/>
        <pc:sldMkLst>
          <pc:docMk/>
          <pc:sldMk cId="1077904015" sldId="448"/>
        </pc:sldMkLst>
        <pc:spChg chg="mod ord">
          <ac:chgData name="Braidyn Sheffield" userId="45cce889-5511-4e7f-9428-e041e6446f25" providerId="ADAL" clId="{27CEEF82-70FE-4549-9030-A4B4C86B5B30}" dt="2025-11-12T17:03:16.465" v="6" actId="26606"/>
          <ac:spMkLst>
            <pc:docMk/>
            <pc:sldMk cId="1077904015" sldId="448"/>
            <ac:spMk id="2" creationId="{D494148B-3360-A6B0-709C-99D40FD3A612}"/>
          </ac:spMkLst>
        </pc:spChg>
        <pc:spChg chg="mod">
          <ac:chgData name="Braidyn Sheffield" userId="45cce889-5511-4e7f-9428-e041e6446f25" providerId="ADAL" clId="{27CEEF82-70FE-4549-9030-A4B4C86B5B30}" dt="2025-11-12T17:03:16.465" v="6" actId="26606"/>
          <ac:spMkLst>
            <pc:docMk/>
            <pc:sldMk cId="1077904015" sldId="448"/>
            <ac:spMk id="3" creationId="{39ED9F1F-656E-37E6-DD84-485635104781}"/>
          </ac:spMkLst>
        </pc:spChg>
        <pc:spChg chg="mod">
          <ac:chgData name="Braidyn Sheffield" userId="45cce889-5511-4e7f-9428-e041e6446f25" providerId="ADAL" clId="{27CEEF82-70FE-4549-9030-A4B4C86B5B30}" dt="2025-11-12T17:03:16.465" v="6" actId="26606"/>
          <ac:spMkLst>
            <pc:docMk/>
            <pc:sldMk cId="1077904015" sldId="448"/>
            <ac:spMk id="4" creationId="{AA9692F7-FE64-10BA-2296-7A5D02327341}"/>
          </ac:spMkLst>
        </pc:spChg>
        <pc:spChg chg="del">
          <ac:chgData name="Braidyn Sheffield" userId="45cce889-5511-4e7f-9428-e041e6446f25" providerId="ADAL" clId="{27CEEF82-70FE-4549-9030-A4B4C86B5B30}" dt="2025-11-12T17:03:03.559" v="1" actId="931"/>
          <ac:spMkLst>
            <pc:docMk/>
            <pc:sldMk cId="1077904015" sldId="448"/>
            <ac:spMk id="9" creationId="{54CBFC23-007F-1736-0C88-F3C129C7E0AD}"/>
          </ac:spMkLst>
        </pc:spChg>
        <pc:spChg chg="del">
          <ac:chgData name="Braidyn Sheffield" userId="45cce889-5511-4e7f-9428-e041e6446f25" providerId="ADAL" clId="{27CEEF82-70FE-4549-9030-A4B4C86B5B30}" dt="2025-11-12T17:02:44.065" v="0" actId="478"/>
          <ac:spMkLst>
            <pc:docMk/>
            <pc:sldMk cId="1077904015" sldId="448"/>
            <ac:spMk id="10" creationId="{06AE9CB7-D9B3-2950-D17D-32014C04375C}"/>
          </ac:spMkLst>
        </pc:spChg>
        <pc:spChg chg="add del">
          <ac:chgData name="Braidyn Sheffield" userId="45cce889-5511-4e7f-9428-e041e6446f25" providerId="ADAL" clId="{27CEEF82-70FE-4549-9030-A4B4C86B5B30}" dt="2025-11-12T17:03:16.445" v="5" actId="26606"/>
          <ac:spMkLst>
            <pc:docMk/>
            <pc:sldMk cId="1077904015" sldId="448"/>
            <ac:spMk id="11" creationId="{7A08E557-10DB-421A-876E-1AE58F8E07C4}"/>
          </ac:spMkLst>
        </pc:spChg>
        <pc:spChg chg="add del">
          <ac:chgData name="Braidyn Sheffield" userId="45cce889-5511-4e7f-9428-e041e6446f25" providerId="ADAL" clId="{27CEEF82-70FE-4549-9030-A4B4C86B5B30}" dt="2025-11-12T17:03:16.445" v="5" actId="26606"/>
          <ac:spMkLst>
            <pc:docMk/>
            <pc:sldMk cId="1077904015" sldId="448"/>
            <ac:spMk id="13" creationId="{F09CA6CC-C9DF-440F-BE30-1167A9211C99}"/>
          </ac:spMkLst>
        </pc:spChg>
        <pc:spChg chg="add del">
          <ac:chgData name="Braidyn Sheffield" userId="45cce889-5511-4e7f-9428-e041e6446f25" providerId="ADAL" clId="{27CEEF82-70FE-4549-9030-A4B4C86B5B30}" dt="2025-11-12T17:03:16.445" v="5" actId="26606"/>
          <ac:spMkLst>
            <pc:docMk/>
            <pc:sldMk cId="1077904015" sldId="448"/>
            <ac:spMk id="15" creationId="{6F82D7C3-4329-485C-9C81-FB5BA3FA96DF}"/>
          </ac:spMkLst>
        </pc:spChg>
        <pc:spChg chg="add del">
          <ac:chgData name="Braidyn Sheffield" userId="45cce889-5511-4e7f-9428-e041e6446f25" providerId="ADAL" clId="{27CEEF82-70FE-4549-9030-A4B4C86B5B30}" dt="2025-11-12T17:03:16.445" v="5" actId="26606"/>
          <ac:spMkLst>
            <pc:docMk/>
            <pc:sldMk cId="1077904015" sldId="448"/>
            <ac:spMk id="17" creationId="{B4A844BD-14AA-428F-A577-AF00BC3747EA}"/>
          </ac:spMkLst>
        </pc:spChg>
        <pc:spChg chg="add del">
          <ac:chgData name="Braidyn Sheffield" userId="45cce889-5511-4e7f-9428-e041e6446f25" providerId="ADAL" clId="{27CEEF82-70FE-4549-9030-A4B4C86B5B30}" dt="2025-11-12T17:03:16.445" v="5" actId="26606"/>
          <ac:spMkLst>
            <pc:docMk/>
            <pc:sldMk cId="1077904015" sldId="448"/>
            <ac:spMk id="19" creationId="{B5E57564-AF5B-45C2-9B42-165C77BE88F2}"/>
          </ac:spMkLst>
        </pc:spChg>
        <pc:spChg chg="add del">
          <ac:chgData name="Braidyn Sheffield" userId="45cce889-5511-4e7f-9428-e041e6446f25" providerId="ADAL" clId="{27CEEF82-70FE-4549-9030-A4B4C86B5B30}" dt="2025-11-12T17:03:21.956" v="8" actId="26606"/>
          <ac:spMkLst>
            <pc:docMk/>
            <pc:sldMk cId="1077904015" sldId="448"/>
            <ac:spMk id="21" creationId="{7A08E557-10DB-421A-876E-1AE58F8E07C4}"/>
          </ac:spMkLst>
        </pc:spChg>
        <pc:spChg chg="add del">
          <ac:chgData name="Braidyn Sheffield" userId="45cce889-5511-4e7f-9428-e041e6446f25" providerId="ADAL" clId="{27CEEF82-70FE-4549-9030-A4B4C86B5B30}" dt="2025-11-12T17:03:21.956" v="8" actId="26606"/>
          <ac:spMkLst>
            <pc:docMk/>
            <pc:sldMk cId="1077904015" sldId="448"/>
            <ac:spMk id="22" creationId="{8354E4A1-6024-4D18-89EA-EB7EF53D340F}"/>
          </ac:spMkLst>
        </pc:spChg>
        <pc:spChg chg="add del">
          <ac:chgData name="Braidyn Sheffield" userId="45cce889-5511-4e7f-9428-e041e6446f25" providerId="ADAL" clId="{27CEEF82-70FE-4549-9030-A4B4C86B5B30}" dt="2025-11-12T17:03:21.956" v="8" actId="26606"/>
          <ac:spMkLst>
            <pc:docMk/>
            <pc:sldMk cId="1077904015" sldId="448"/>
            <ac:spMk id="23" creationId="{184965AF-C953-45C8-BD68-12F8B58810A6}"/>
          </ac:spMkLst>
        </pc:spChg>
        <pc:spChg chg="add del">
          <ac:chgData name="Braidyn Sheffield" userId="45cce889-5511-4e7f-9428-e041e6446f25" providerId="ADAL" clId="{27CEEF82-70FE-4549-9030-A4B4C86B5B30}" dt="2025-11-12T17:03:21.956" v="8" actId="26606"/>
          <ac:spMkLst>
            <pc:docMk/>
            <pc:sldMk cId="1077904015" sldId="448"/>
            <ac:spMk id="24" creationId="{2DECE677-C1FD-4829-8D4A-3C19A04A3659}"/>
          </ac:spMkLst>
        </pc:spChg>
        <pc:spChg chg="add">
          <ac:chgData name="Braidyn Sheffield" userId="45cce889-5511-4e7f-9428-e041e6446f25" providerId="ADAL" clId="{27CEEF82-70FE-4549-9030-A4B4C86B5B30}" dt="2025-11-12T17:03:21.956" v="8" actId="26606"/>
          <ac:spMkLst>
            <pc:docMk/>
            <pc:sldMk cId="1077904015" sldId="448"/>
            <ac:spMk id="29" creationId="{7A08E557-10DB-421A-876E-1AE58F8E07C4}"/>
          </ac:spMkLst>
        </pc:spChg>
        <pc:spChg chg="add">
          <ac:chgData name="Braidyn Sheffield" userId="45cce889-5511-4e7f-9428-e041e6446f25" providerId="ADAL" clId="{27CEEF82-70FE-4549-9030-A4B4C86B5B30}" dt="2025-11-12T17:03:21.956" v="8" actId="26606"/>
          <ac:spMkLst>
            <pc:docMk/>
            <pc:sldMk cId="1077904015" sldId="448"/>
            <ac:spMk id="31" creationId="{8354E4A1-6024-4D18-89EA-EB7EF53D340F}"/>
          </ac:spMkLst>
        </pc:spChg>
        <pc:spChg chg="add">
          <ac:chgData name="Braidyn Sheffield" userId="45cce889-5511-4e7f-9428-e041e6446f25" providerId="ADAL" clId="{27CEEF82-70FE-4549-9030-A4B4C86B5B30}" dt="2025-11-12T17:03:21.956" v="8" actId="26606"/>
          <ac:spMkLst>
            <pc:docMk/>
            <pc:sldMk cId="1077904015" sldId="448"/>
            <ac:spMk id="33" creationId="{184965AF-C953-45C8-BD68-12F8B58810A6}"/>
          </ac:spMkLst>
        </pc:spChg>
        <pc:spChg chg="add">
          <ac:chgData name="Braidyn Sheffield" userId="45cce889-5511-4e7f-9428-e041e6446f25" providerId="ADAL" clId="{27CEEF82-70FE-4549-9030-A4B4C86B5B30}" dt="2025-11-12T17:03:21.956" v="8" actId="26606"/>
          <ac:spMkLst>
            <pc:docMk/>
            <pc:sldMk cId="1077904015" sldId="448"/>
            <ac:spMk id="35" creationId="{2DECE677-C1FD-4829-8D4A-3C19A04A3659}"/>
          </ac:spMkLst>
        </pc:spChg>
        <pc:picChg chg="add mod ord">
          <ac:chgData name="Braidyn Sheffield" userId="45cce889-5511-4e7f-9428-e041e6446f25" providerId="ADAL" clId="{27CEEF82-70FE-4549-9030-A4B4C86B5B30}" dt="2025-11-12T17:03:21.956" v="8" actId="26606"/>
          <ac:picMkLst>
            <pc:docMk/>
            <pc:sldMk cId="1077904015" sldId="448"/>
            <ac:picMk id="6" creationId="{9364A97B-E194-C804-3B61-866622190DB5}"/>
          </ac:picMkLst>
        </pc:picChg>
      </pc:sldChg>
      <pc:sldChg chg="addSp delSp modSp mod setBg">
        <pc:chgData name="Braidyn Sheffield" userId="45cce889-5511-4e7f-9428-e041e6446f25" providerId="ADAL" clId="{27CEEF82-70FE-4549-9030-A4B4C86B5B30}" dt="2025-11-12T17:59:05.782" v="49" actId="26606"/>
        <pc:sldMkLst>
          <pc:docMk/>
          <pc:sldMk cId="1961903521" sldId="449"/>
        </pc:sldMkLst>
        <pc:spChg chg="mod ord">
          <ac:chgData name="Braidyn Sheffield" userId="45cce889-5511-4e7f-9428-e041e6446f25" providerId="ADAL" clId="{27CEEF82-70FE-4549-9030-A4B4C86B5B30}" dt="2025-11-12T17:59:05.782" v="49" actId="26606"/>
          <ac:spMkLst>
            <pc:docMk/>
            <pc:sldMk cId="1961903521" sldId="449"/>
            <ac:spMk id="2" creationId="{D5283D00-DA89-3370-9524-47B2E05C4393}"/>
          </ac:spMkLst>
        </pc:spChg>
        <pc:spChg chg="mod">
          <ac:chgData name="Braidyn Sheffield" userId="45cce889-5511-4e7f-9428-e041e6446f25" providerId="ADAL" clId="{27CEEF82-70FE-4549-9030-A4B4C86B5B30}" dt="2025-11-12T17:59:05.782" v="49" actId="26606"/>
          <ac:spMkLst>
            <pc:docMk/>
            <pc:sldMk cId="1961903521" sldId="449"/>
            <ac:spMk id="6" creationId="{67AE8201-AE5B-898C-FF22-C1853C7DACC5}"/>
          </ac:spMkLst>
        </pc:spChg>
        <pc:spChg chg="del">
          <ac:chgData name="Braidyn Sheffield" userId="45cce889-5511-4e7f-9428-e041e6446f25" providerId="ADAL" clId="{27CEEF82-70FE-4549-9030-A4B4C86B5B30}" dt="2025-11-12T17:59:02.092" v="45" actId="931"/>
          <ac:spMkLst>
            <pc:docMk/>
            <pc:sldMk cId="1961903521" sldId="449"/>
            <ac:spMk id="8" creationId="{9E194CDD-277F-D1A5-20F2-A771277B896E}"/>
          </ac:spMkLst>
        </pc:spChg>
        <pc:spChg chg="add del">
          <ac:chgData name="Braidyn Sheffield" userId="45cce889-5511-4e7f-9428-e041e6446f25" providerId="ADAL" clId="{27CEEF82-70FE-4549-9030-A4B4C86B5B30}" dt="2025-11-12T17:58:50.324" v="44" actId="478"/>
          <ac:spMkLst>
            <pc:docMk/>
            <pc:sldMk cId="1961903521" sldId="449"/>
            <ac:spMk id="9" creationId="{B3539995-96D3-A235-895F-D5B7D1854C45}"/>
          </ac:spMkLst>
        </pc:spChg>
        <pc:spChg chg="add">
          <ac:chgData name="Braidyn Sheffield" userId="45cce889-5511-4e7f-9428-e041e6446f25" providerId="ADAL" clId="{27CEEF82-70FE-4549-9030-A4B4C86B5B30}" dt="2025-11-12T17:59:05.782" v="49" actId="26606"/>
          <ac:spMkLst>
            <pc:docMk/>
            <pc:sldMk cId="1961903521" sldId="449"/>
            <ac:spMk id="11" creationId="{7A08E557-10DB-421A-876E-1AE58F8E07C4}"/>
          </ac:spMkLst>
        </pc:spChg>
        <pc:spChg chg="add">
          <ac:chgData name="Braidyn Sheffield" userId="45cce889-5511-4e7f-9428-e041e6446f25" providerId="ADAL" clId="{27CEEF82-70FE-4549-9030-A4B4C86B5B30}" dt="2025-11-12T17:59:05.782" v="49" actId="26606"/>
          <ac:spMkLst>
            <pc:docMk/>
            <pc:sldMk cId="1961903521" sldId="449"/>
            <ac:spMk id="13" creationId="{9B9C0EA8-1D7C-4958-8088-FCCA7A14337D}"/>
          </ac:spMkLst>
        </pc:spChg>
        <pc:spChg chg="add">
          <ac:chgData name="Braidyn Sheffield" userId="45cce889-5511-4e7f-9428-e041e6446f25" providerId="ADAL" clId="{27CEEF82-70FE-4549-9030-A4B4C86B5B30}" dt="2025-11-12T17:59:05.782" v="49" actId="26606"/>
          <ac:spMkLst>
            <pc:docMk/>
            <pc:sldMk cId="1961903521" sldId="449"/>
            <ac:spMk id="15" creationId="{5000D6DE-A23B-4C22-B47F-8F693347EFE8}"/>
          </ac:spMkLst>
        </pc:spChg>
        <pc:spChg chg="add">
          <ac:chgData name="Braidyn Sheffield" userId="45cce889-5511-4e7f-9428-e041e6446f25" providerId="ADAL" clId="{27CEEF82-70FE-4549-9030-A4B4C86B5B30}" dt="2025-11-12T17:59:05.782" v="49" actId="26606"/>
          <ac:spMkLst>
            <pc:docMk/>
            <pc:sldMk cId="1961903521" sldId="449"/>
            <ac:spMk id="17" creationId="{24D14FB4-6458-4E1D-B46C-BBE29EDFC23C}"/>
          </ac:spMkLst>
        </pc:spChg>
        <pc:spChg chg="add">
          <ac:chgData name="Braidyn Sheffield" userId="45cce889-5511-4e7f-9428-e041e6446f25" providerId="ADAL" clId="{27CEEF82-70FE-4549-9030-A4B4C86B5B30}" dt="2025-11-12T17:59:05.782" v="49" actId="26606"/>
          <ac:spMkLst>
            <pc:docMk/>
            <pc:sldMk cId="1961903521" sldId="449"/>
            <ac:spMk id="19" creationId="{3CF0F7CE-15DE-4549-B1AD-71D91FB52CF6}"/>
          </ac:spMkLst>
        </pc:spChg>
        <pc:spChg chg="add">
          <ac:chgData name="Braidyn Sheffield" userId="45cce889-5511-4e7f-9428-e041e6446f25" providerId="ADAL" clId="{27CEEF82-70FE-4549-9030-A4B4C86B5B30}" dt="2025-11-12T17:59:05.782" v="49" actId="26606"/>
          <ac:spMkLst>
            <pc:docMk/>
            <pc:sldMk cId="1961903521" sldId="449"/>
            <ac:spMk id="21" creationId="{3D651D50-AFE8-4258-90FE-E239C313818F}"/>
          </ac:spMkLst>
        </pc:spChg>
        <pc:picChg chg="add mod">
          <ac:chgData name="Braidyn Sheffield" userId="45cce889-5511-4e7f-9428-e041e6446f25" providerId="ADAL" clId="{27CEEF82-70FE-4549-9030-A4B4C86B5B30}" dt="2025-11-12T17:59:05.782" v="49" actId="26606"/>
          <ac:picMkLst>
            <pc:docMk/>
            <pc:sldMk cId="1961903521" sldId="449"/>
            <ac:picMk id="4" creationId="{7454D5B0-7824-8CD7-7A38-4715A26E7849}"/>
          </ac:picMkLst>
        </pc:picChg>
      </pc:sldChg>
      <pc:sldChg chg="addSp delSp modSp mod setBg">
        <pc:chgData name="Braidyn Sheffield" userId="45cce889-5511-4e7f-9428-e041e6446f25" providerId="ADAL" clId="{27CEEF82-70FE-4549-9030-A4B4C86B5B30}" dt="2025-11-12T18:00:03.535" v="55" actId="26606"/>
        <pc:sldMkLst>
          <pc:docMk/>
          <pc:sldMk cId="1549808596" sldId="450"/>
        </pc:sldMkLst>
        <pc:spChg chg="mod ord">
          <ac:chgData name="Braidyn Sheffield" userId="45cce889-5511-4e7f-9428-e041e6446f25" providerId="ADAL" clId="{27CEEF82-70FE-4549-9030-A4B4C86B5B30}" dt="2025-11-12T18:00:03.535" v="55" actId="26606"/>
          <ac:spMkLst>
            <pc:docMk/>
            <pc:sldMk cId="1549808596" sldId="450"/>
            <ac:spMk id="2" creationId="{9E276101-8933-9ED9-CF8D-3EA26BC1E6B2}"/>
          </ac:spMkLst>
        </pc:spChg>
        <pc:spChg chg="mod">
          <ac:chgData name="Braidyn Sheffield" userId="45cce889-5511-4e7f-9428-e041e6446f25" providerId="ADAL" clId="{27CEEF82-70FE-4549-9030-A4B4C86B5B30}" dt="2025-11-12T18:00:03.535" v="55" actId="26606"/>
          <ac:spMkLst>
            <pc:docMk/>
            <pc:sldMk cId="1549808596" sldId="450"/>
            <ac:spMk id="6" creationId="{5ED78608-822C-9484-7E95-174D14555E31}"/>
          </ac:spMkLst>
        </pc:spChg>
        <pc:spChg chg="add del mod">
          <ac:chgData name="Braidyn Sheffield" userId="45cce889-5511-4e7f-9428-e041e6446f25" providerId="ADAL" clId="{27CEEF82-70FE-4549-9030-A4B4C86B5B30}" dt="2025-11-12T18:00:00.738" v="52" actId="931"/>
          <ac:spMkLst>
            <pc:docMk/>
            <pc:sldMk cId="1549808596" sldId="450"/>
            <ac:spMk id="7" creationId="{1F78BC96-FE6B-39D1-1B37-590C995F5FAF}"/>
          </ac:spMkLst>
        </pc:spChg>
        <pc:spChg chg="del">
          <ac:chgData name="Braidyn Sheffield" userId="45cce889-5511-4e7f-9428-e041e6446f25" providerId="ADAL" clId="{27CEEF82-70FE-4549-9030-A4B4C86B5B30}" dt="2025-11-12T17:10:49.367" v="32" actId="931"/>
          <ac:spMkLst>
            <pc:docMk/>
            <pc:sldMk cId="1549808596" sldId="450"/>
            <ac:spMk id="8" creationId="{062DC40B-E110-3A85-321B-8C618D95A045}"/>
          </ac:spMkLst>
        </pc:spChg>
        <pc:spChg chg="del">
          <ac:chgData name="Braidyn Sheffield" userId="45cce889-5511-4e7f-9428-e041e6446f25" providerId="ADAL" clId="{27CEEF82-70FE-4549-9030-A4B4C86B5B30}" dt="2025-11-12T17:10:41.360" v="31" actId="478"/>
          <ac:spMkLst>
            <pc:docMk/>
            <pc:sldMk cId="1549808596" sldId="450"/>
            <ac:spMk id="9" creationId="{ECE80679-34DB-D1EC-A4A6-4AD4E2874E91}"/>
          </ac:spMkLst>
        </pc:spChg>
        <pc:spChg chg="add">
          <ac:chgData name="Braidyn Sheffield" userId="45cce889-5511-4e7f-9428-e041e6446f25" providerId="ADAL" clId="{27CEEF82-70FE-4549-9030-A4B4C86B5B30}" dt="2025-11-12T18:00:03.535" v="55" actId="26606"/>
          <ac:spMkLst>
            <pc:docMk/>
            <pc:sldMk cId="1549808596" sldId="450"/>
            <ac:spMk id="16" creationId="{7A08E557-10DB-421A-876E-1AE58F8E07C4}"/>
          </ac:spMkLst>
        </pc:spChg>
        <pc:spChg chg="add">
          <ac:chgData name="Braidyn Sheffield" userId="45cce889-5511-4e7f-9428-e041e6446f25" providerId="ADAL" clId="{27CEEF82-70FE-4549-9030-A4B4C86B5B30}" dt="2025-11-12T18:00:03.535" v="55" actId="26606"/>
          <ac:spMkLst>
            <pc:docMk/>
            <pc:sldMk cId="1549808596" sldId="450"/>
            <ac:spMk id="18" creationId="{9B9C0EA8-1D7C-4958-8088-FCCA7A14337D}"/>
          </ac:spMkLst>
        </pc:spChg>
        <pc:spChg chg="add">
          <ac:chgData name="Braidyn Sheffield" userId="45cce889-5511-4e7f-9428-e041e6446f25" providerId="ADAL" clId="{27CEEF82-70FE-4549-9030-A4B4C86B5B30}" dt="2025-11-12T18:00:03.535" v="55" actId="26606"/>
          <ac:spMkLst>
            <pc:docMk/>
            <pc:sldMk cId="1549808596" sldId="450"/>
            <ac:spMk id="20" creationId="{5000D6DE-A23B-4C22-B47F-8F693347EFE8}"/>
          </ac:spMkLst>
        </pc:spChg>
        <pc:spChg chg="add">
          <ac:chgData name="Braidyn Sheffield" userId="45cce889-5511-4e7f-9428-e041e6446f25" providerId="ADAL" clId="{27CEEF82-70FE-4549-9030-A4B4C86B5B30}" dt="2025-11-12T18:00:03.535" v="55" actId="26606"/>
          <ac:spMkLst>
            <pc:docMk/>
            <pc:sldMk cId="1549808596" sldId="450"/>
            <ac:spMk id="22" creationId="{24D14FB4-6458-4E1D-B46C-BBE29EDFC23C}"/>
          </ac:spMkLst>
        </pc:spChg>
        <pc:spChg chg="add">
          <ac:chgData name="Braidyn Sheffield" userId="45cce889-5511-4e7f-9428-e041e6446f25" providerId="ADAL" clId="{27CEEF82-70FE-4549-9030-A4B4C86B5B30}" dt="2025-11-12T18:00:03.535" v="55" actId="26606"/>
          <ac:spMkLst>
            <pc:docMk/>
            <pc:sldMk cId="1549808596" sldId="450"/>
            <ac:spMk id="24" creationId="{3CF0F7CE-15DE-4549-B1AD-71D91FB52CF6}"/>
          </ac:spMkLst>
        </pc:spChg>
        <pc:spChg chg="add">
          <ac:chgData name="Braidyn Sheffield" userId="45cce889-5511-4e7f-9428-e041e6446f25" providerId="ADAL" clId="{27CEEF82-70FE-4549-9030-A4B4C86B5B30}" dt="2025-11-12T18:00:03.535" v="55" actId="26606"/>
          <ac:spMkLst>
            <pc:docMk/>
            <pc:sldMk cId="1549808596" sldId="450"/>
            <ac:spMk id="26" creationId="{3D651D50-AFE8-4258-90FE-E239C313818F}"/>
          </ac:spMkLst>
        </pc:spChg>
        <pc:picChg chg="add del mod">
          <ac:chgData name="Braidyn Sheffield" userId="45cce889-5511-4e7f-9428-e041e6446f25" providerId="ADAL" clId="{27CEEF82-70FE-4549-9030-A4B4C86B5B30}" dt="2025-11-12T17:59:55.092" v="51" actId="478"/>
          <ac:picMkLst>
            <pc:docMk/>
            <pc:sldMk cId="1549808596" sldId="450"/>
            <ac:picMk id="4" creationId="{64CE3441-5BCE-5BD3-4955-76C750D95C91}"/>
          </ac:picMkLst>
        </pc:picChg>
        <pc:picChg chg="add mod">
          <ac:chgData name="Braidyn Sheffield" userId="45cce889-5511-4e7f-9428-e041e6446f25" providerId="ADAL" clId="{27CEEF82-70FE-4549-9030-A4B4C86B5B30}" dt="2025-11-12T18:00:03.535" v="55" actId="26606"/>
          <ac:picMkLst>
            <pc:docMk/>
            <pc:sldMk cId="1549808596" sldId="450"/>
            <ac:picMk id="11" creationId="{CD36AE2D-471E-3707-F7F4-06C2EC49B362}"/>
          </ac:picMkLst>
        </pc:picChg>
      </pc:sldChg>
      <pc:sldChg chg="addSp delSp modSp mod">
        <pc:chgData name="Braidyn Sheffield" userId="45cce889-5511-4e7f-9428-e041e6446f25" providerId="ADAL" clId="{27CEEF82-70FE-4549-9030-A4B4C86B5B30}" dt="2025-11-12T18:01:12.814" v="58" actId="208"/>
        <pc:sldMkLst>
          <pc:docMk/>
          <pc:sldMk cId="1415275243" sldId="451"/>
        </pc:sldMkLst>
        <pc:spChg chg="add mod">
          <ac:chgData name="Braidyn Sheffield" userId="45cce889-5511-4e7f-9428-e041e6446f25" providerId="ADAL" clId="{27CEEF82-70FE-4549-9030-A4B4C86B5B30}" dt="2025-11-12T18:01:12.814" v="58" actId="208"/>
          <ac:spMkLst>
            <pc:docMk/>
            <pc:sldMk cId="1415275243" sldId="451"/>
            <ac:spMk id="5" creationId="{3B8E06E2-F271-EB2C-6664-00D770FB761B}"/>
          </ac:spMkLst>
        </pc:spChg>
        <pc:spChg chg="del">
          <ac:chgData name="Braidyn Sheffield" userId="45cce889-5511-4e7f-9428-e041e6446f25" providerId="ADAL" clId="{27CEEF82-70FE-4549-9030-A4B4C86B5B30}" dt="2025-11-12T17:58:23.064" v="39" actId="931"/>
          <ac:spMkLst>
            <pc:docMk/>
            <pc:sldMk cId="1415275243" sldId="451"/>
            <ac:spMk id="8" creationId="{6D9D6C69-DB89-DD3D-6E5E-70FBC866B8A5}"/>
          </ac:spMkLst>
        </pc:spChg>
        <pc:spChg chg="del">
          <ac:chgData name="Braidyn Sheffield" userId="45cce889-5511-4e7f-9428-e041e6446f25" providerId="ADAL" clId="{27CEEF82-70FE-4549-9030-A4B4C86B5B30}" dt="2025-11-12T17:58:15.090" v="38" actId="478"/>
          <ac:spMkLst>
            <pc:docMk/>
            <pc:sldMk cId="1415275243" sldId="451"/>
            <ac:spMk id="9" creationId="{20767CE4-7718-ABC5-121E-36BD3535FE1A}"/>
          </ac:spMkLst>
        </pc:spChg>
        <pc:picChg chg="add mod">
          <ac:chgData name="Braidyn Sheffield" userId="45cce889-5511-4e7f-9428-e041e6446f25" providerId="ADAL" clId="{27CEEF82-70FE-4549-9030-A4B4C86B5B30}" dt="2025-11-12T17:58:27.814" v="43" actId="14100"/>
          <ac:picMkLst>
            <pc:docMk/>
            <pc:sldMk cId="1415275243" sldId="451"/>
            <ac:picMk id="4" creationId="{3F456132-476D-4700-4914-443FC926862A}"/>
          </ac:picMkLst>
        </pc:picChg>
      </pc:sldChg>
      <pc:sldChg chg="addSp delSp modSp mod setBg">
        <pc:chgData name="Braidyn Sheffield" userId="45cce889-5511-4e7f-9428-e041e6446f25" providerId="ADAL" clId="{27CEEF82-70FE-4549-9030-A4B4C86B5B30}" dt="2025-11-12T18:02:11.470" v="74" actId="207"/>
        <pc:sldMkLst>
          <pc:docMk/>
          <pc:sldMk cId="535175937" sldId="452"/>
        </pc:sldMkLst>
        <pc:spChg chg="mod ord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2" creationId="{E2EB55F6-E231-EBC8-1529-80F444FAAB10}"/>
          </ac:spMkLst>
        </pc:spChg>
        <pc:spChg chg="mod">
          <ac:chgData name="Braidyn Sheffield" userId="45cce889-5511-4e7f-9428-e041e6446f25" providerId="ADAL" clId="{27CEEF82-70FE-4549-9030-A4B4C86B5B30}" dt="2025-11-12T17:05:10.239" v="17" actId="26606"/>
          <ac:spMkLst>
            <pc:docMk/>
            <pc:sldMk cId="535175937" sldId="452"/>
            <ac:spMk id="6" creationId="{3631C6B4-9ABC-6281-D1CB-2B62303400AD}"/>
          </ac:spMkLst>
        </pc:spChg>
        <pc:spChg chg="add del mod">
          <ac:chgData name="Braidyn Sheffield" userId="45cce889-5511-4e7f-9428-e041e6446f25" providerId="ADAL" clId="{27CEEF82-70FE-4549-9030-A4B4C86B5B30}" dt="2025-11-12T18:01:51.105" v="63" actId="931"/>
          <ac:spMkLst>
            <pc:docMk/>
            <pc:sldMk cId="535175937" sldId="452"/>
            <ac:spMk id="7" creationId="{D1B76036-F550-82C3-60B8-314A7F003214}"/>
          </ac:spMkLst>
        </pc:spChg>
        <pc:spChg chg="del">
          <ac:chgData name="Braidyn Sheffield" userId="45cce889-5511-4e7f-9428-e041e6446f25" providerId="ADAL" clId="{27CEEF82-70FE-4549-9030-A4B4C86B5B30}" dt="2025-11-12T17:05:00.764" v="12" actId="931"/>
          <ac:spMkLst>
            <pc:docMk/>
            <pc:sldMk cId="535175937" sldId="452"/>
            <ac:spMk id="8" creationId="{012AF486-FDC4-072C-2E41-AF509A2F52CD}"/>
          </ac:spMkLst>
        </pc:spChg>
        <pc:spChg chg="del">
          <ac:chgData name="Braidyn Sheffield" userId="45cce889-5511-4e7f-9428-e041e6446f25" providerId="ADAL" clId="{27CEEF82-70FE-4549-9030-A4B4C86B5B30}" dt="2025-11-12T17:03:42.645" v="11" actId="478"/>
          <ac:spMkLst>
            <pc:docMk/>
            <pc:sldMk cId="535175937" sldId="452"/>
            <ac:spMk id="9" creationId="{4BE01893-EA2C-3355-D636-CA7C11728FC3}"/>
          </ac:spMkLst>
        </pc:spChg>
        <pc:spChg chg="add del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11" creationId="{7A08E557-10DB-421A-876E-1AE58F8E07C4}"/>
          </ac:spMkLst>
        </pc:spChg>
        <pc:spChg chg="add del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13" creationId="{9B9C0EA8-1D7C-4958-8088-FCCA7A14337D}"/>
          </ac:spMkLst>
        </pc:spChg>
        <pc:spChg chg="add del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15" creationId="{5000D6DE-A23B-4C22-B47F-8F693347EFE8}"/>
          </ac:spMkLst>
        </pc:spChg>
        <pc:spChg chg="add del mod">
          <ac:chgData name="Braidyn Sheffield" userId="45cce889-5511-4e7f-9428-e041e6446f25" providerId="ADAL" clId="{27CEEF82-70FE-4549-9030-A4B4C86B5B30}" dt="2025-11-12T18:01:57.488" v="67" actId="931"/>
          <ac:spMkLst>
            <pc:docMk/>
            <pc:sldMk cId="535175937" sldId="452"/>
            <ac:spMk id="16" creationId="{EC56A9E0-DE25-5F33-D693-DBA2981E3B78}"/>
          </ac:spMkLst>
        </pc:spChg>
        <pc:spChg chg="add del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17" creationId="{24D14FB4-6458-4E1D-B46C-BBE29EDFC23C}"/>
          </ac:spMkLst>
        </pc:spChg>
        <pc:spChg chg="add">
          <ac:chgData name="Braidyn Sheffield" userId="45cce889-5511-4e7f-9428-e041e6446f25" providerId="ADAL" clId="{27CEEF82-70FE-4549-9030-A4B4C86B5B30}" dt="2025-11-12T17:05:10.239" v="17" actId="26606"/>
          <ac:spMkLst>
            <pc:docMk/>
            <pc:sldMk cId="535175937" sldId="452"/>
            <ac:spMk id="19" creationId="{3CF0F7CE-15DE-4549-B1AD-71D91FB52CF6}"/>
          </ac:spMkLst>
        </pc:spChg>
        <pc:spChg chg="add del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21" creationId="{3D651D50-AFE8-4258-90FE-E239C313818F}"/>
          </ac:spMkLst>
        </pc:spChg>
        <pc:spChg chg="add mod">
          <ac:chgData name="Braidyn Sheffield" userId="45cce889-5511-4e7f-9428-e041e6446f25" providerId="ADAL" clId="{27CEEF82-70FE-4549-9030-A4B4C86B5B30}" dt="2025-11-12T18:02:11.470" v="74" actId="207"/>
          <ac:spMkLst>
            <pc:docMk/>
            <pc:sldMk cId="535175937" sldId="452"/>
            <ac:spMk id="22" creationId="{23997B98-BD30-1694-F642-054E4055A771}"/>
          </ac:spMkLst>
        </pc:spChg>
        <pc:spChg chg="add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26" creationId="{7A08E557-10DB-421A-876E-1AE58F8E07C4}"/>
          </ac:spMkLst>
        </pc:spChg>
        <pc:spChg chg="add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30" creationId="{5000D6DE-A23B-4C22-B47F-8F693347EFE8}"/>
          </ac:spMkLst>
        </pc:spChg>
        <pc:spChg chg="add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32" creationId="{24D14FB4-6458-4E1D-B46C-BBE29EDFC23C}"/>
          </ac:spMkLst>
        </pc:spChg>
        <pc:spChg chg="add">
          <ac:chgData name="Braidyn Sheffield" userId="45cce889-5511-4e7f-9428-e041e6446f25" providerId="ADAL" clId="{27CEEF82-70FE-4549-9030-A4B4C86B5B30}" dt="2025-11-12T18:01:59.714" v="71" actId="26606"/>
          <ac:spMkLst>
            <pc:docMk/>
            <pc:sldMk cId="535175937" sldId="452"/>
            <ac:spMk id="36" creationId="{3D651D50-AFE8-4258-90FE-E239C313818F}"/>
          </ac:spMkLst>
        </pc:spChg>
        <pc:picChg chg="add del mod">
          <ac:chgData name="Braidyn Sheffield" userId="45cce889-5511-4e7f-9428-e041e6446f25" providerId="ADAL" clId="{27CEEF82-70FE-4549-9030-A4B4C86B5B30}" dt="2025-11-12T18:01:47.021" v="62" actId="478"/>
          <ac:picMkLst>
            <pc:docMk/>
            <pc:sldMk cId="535175937" sldId="452"/>
            <ac:picMk id="4" creationId="{D0CAABDC-0BDC-2EAB-8CC3-47D3481D10D4}"/>
          </ac:picMkLst>
        </pc:picChg>
        <pc:picChg chg="add del mod">
          <ac:chgData name="Braidyn Sheffield" userId="45cce889-5511-4e7f-9428-e041e6446f25" providerId="ADAL" clId="{27CEEF82-70FE-4549-9030-A4B4C86B5B30}" dt="2025-11-12T18:01:54.114" v="66" actId="478"/>
          <ac:picMkLst>
            <pc:docMk/>
            <pc:sldMk cId="535175937" sldId="452"/>
            <ac:picMk id="12" creationId="{FF4CD35E-1ED3-6198-28CA-EDEE6F7EE6DD}"/>
          </ac:picMkLst>
        </pc:picChg>
        <pc:picChg chg="add mod">
          <ac:chgData name="Braidyn Sheffield" userId="45cce889-5511-4e7f-9428-e041e6446f25" providerId="ADAL" clId="{27CEEF82-70FE-4549-9030-A4B4C86B5B30}" dt="2025-11-12T18:01:58.927" v="70" actId="1076"/>
          <ac:picMkLst>
            <pc:docMk/>
            <pc:sldMk cId="535175937" sldId="452"/>
            <ac:picMk id="20" creationId="{17F0C0B7-0DB4-7247-D847-1B33049BA3F8}"/>
          </ac:picMkLst>
        </pc:picChg>
      </pc:sldChg>
      <pc:sldChg chg="addSp delSp modSp mod">
        <pc:chgData name="Braidyn Sheffield" userId="45cce889-5511-4e7f-9428-e041e6446f25" providerId="ADAL" clId="{27CEEF82-70FE-4549-9030-A4B4C86B5B30}" dt="2025-11-12T17:08:35.374" v="30" actId="1076"/>
        <pc:sldMkLst>
          <pc:docMk/>
          <pc:sldMk cId="3955381009" sldId="453"/>
        </pc:sldMkLst>
        <pc:spChg chg="add del mod">
          <ac:chgData name="Braidyn Sheffield" userId="45cce889-5511-4e7f-9428-e041e6446f25" providerId="ADAL" clId="{27CEEF82-70FE-4549-9030-A4B4C86B5B30}" dt="2025-11-12T17:08:16.150" v="25" actId="931"/>
          <ac:spMkLst>
            <pc:docMk/>
            <pc:sldMk cId="3955381009" sldId="453"/>
            <ac:spMk id="7" creationId="{D676EA5D-DB2E-862D-DF61-66EC804B395E}"/>
          </ac:spMkLst>
        </pc:spChg>
        <pc:spChg chg="del">
          <ac:chgData name="Braidyn Sheffield" userId="45cce889-5511-4e7f-9428-e041e6446f25" providerId="ADAL" clId="{27CEEF82-70FE-4549-9030-A4B4C86B5B30}" dt="2025-11-12T17:05:59.953" v="19" actId="931"/>
          <ac:spMkLst>
            <pc:docMk/>
            <pc:sldMk cId="3955381009" sldId="453"/>
            <ac:spMk id="8" creationId="{5C0CEE1F-69C5-E35D-E86C-3494F9E09D3F}"/>
          </ac:spMkLst>
        </pc:spChg>
        <pc:spChg chg="del">
          <ac:chgData name="Braidyn Sheffield" userId="45cce889-5511-4e7f-9428-e041e6446f25" providerId="ADAL" clId="{27CEEF82-70FE-4549-9030-A4B4C86B5B30}" dt="2025-11-12T17:05:51.045" v="18" actId="478"/>
          <ac:spMkLst>
            <pc:docMk/>
            <pc:sldMk cId="3955381009" sldId="453"/>
            <ac:spMk id="9" creationId="{C77EFFA8-840E-514F-FCED-437479753FBD}"/>
          </ac:spMkLst>
        </pc:spChg>
        <pc:picChg chg="add del mod">
          <ac:chgData name="Braidyn Sheffield" userId="45cce889-5511-4e7f-9428-e041e6446f25" providerId="ADAL" clId="{27CEEF82-70FE-4549-9030-A4B4C86B5B30}" dt="2025-11-12T17:06:10.082" v="24" actId="478"/>
          <ac:picMkLst>
            <pc:docMk/>
            <pc:sldMk cId="3955381009" sldId="453"/>
            <ac:picMk id="4" creationId="{D0D36DC4-B97D-E1BD-6176-F4D524CE3A31}"/>
          </ac:picMkLst>
        </pc:picChg>
        <pc:picChg chg="add mod">
          <ac:chgData name="Braidyn Sheffield" userId="45cce889-5511-4e7f-9428-e041e6446f25" providerId="ADAL" clId="{27CEEF82-70FE-4549-9030-A4B4C86B5B30}" dt="2025-11-12T17:08:35.374" v="30" actId="1076"/>
          <ac:picMkLst>
            <pc:docMk/>
            <pc:sldMk cId="3955381009" sldId="453"/>
            <ac:picMk id="11" creationId="{BB0B2CE2-F383-FA91-A3E1-E6A1B5B3D79C}"/>
          </ac:picMkLst>
        </pc:picChg>
      </pc:sldChg>
      <pc:sldChg chg="addSp delSp modSp mod setBg">
        <pc:chgData name="Braidyn Sheffield" userId="45cce889-5511-4e7f-9428-e041e6446f25" providerId="ADAL" clId="{27CEEF82-70FE-4549-9030-A4B4C86B5B30}" dt="2025-11-13T18:17:33.462" v="125" actId="17032"/>
        <pc:sldMkLst>
          <pc:docMk/>
          <pc:sldMk cId="2195834472" sldId="454"/>
        </pc:sldMkLst>
        <pc:spChg chg="mod ord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2" creationId="{4B1B8018-C17A-443C-EEA5-1FD36536D632}"/>
          </ac:spMkLst>
        </pc:spChg>
        <pc:spChg chg="mod">
          <ac:chgData name="Braidyn Sheffield" userId="45cce889-5511-4e7f-9428-e041e6446f25" providerId="ADAL" clId="{27CEEF82-70FE-4549-9030-A4B4C86B5B30}" dt="2025-11-13T18:16:14.688" v="115" actId="1076"/>
          <ac:spMkLst>
            <pc:docMk/>
            <pc:sldMk cId="2195834472" sldId="454"/>
            <ac:spMk id="6" creationId="{500CAB64-1647-E5BC-24FF-7C98FA46ADD4}"/>
          </ac:spMkLst>
        </pc:spChg>
        <pc:spChg chg="add del mod">
          <ac:chgData name="Braidyn Sheffield" userId="45cce889-5511-4e7f-9428-e041e6446f25" providerId="ADAL" clId="{27CEEF82-70FE-4549-9030-A4B4C86B5B30}" dt="2025-11-13T18:15:14.418" v="100" actId="931"/>
          <ac:spMkLst>
            <pc:docMk/>
            <pc:sldMk cId="2195834472" sldId="454"/>
            <ac:spMk id="7" creationId="{CB2F486D-9BB6-7872-C885-549B5613ECDF}"/>
          </ac:spMkLst>
        </pc:spChg>
        <pc:spChg chg="del">
          <ac:chgData name="Braidyn Sheffield" userId="45cce889-5511-4e7f-9428-e041e6446f25" providerId="ADAL" clId="{27CEEF82-70FE-4549-9030-A4B4C86B5B30}" dt="2025-11-13T18:11:48.033" v="80" actId="931"/>
          <ac:spMkLst>
            <pc:docMk/>
            <pc:sldMk cId="2195834472" sldId="454"/>
            <ac:spMk id="8" creationId="{C7FBE001-2608-3FA7-FFF4-D18375002AB2}"/>
          </ac:spMkLst>
        </pc:spChg>
        <pc:spChg chg="del">
          <ac:chgData name="Braidyn Sheffield" userId="45cce889-5511-4e7f-9428-e041e6446f25" providerId="ADAL" clId="{27CEEF82-70FE-4549-9030-A4B4C86B5B30}" dt="2025-11-13T17:46:40.874" v="75" actId="478"/>
          <ac:spMkLst>
            <pc:docMk/>
            <pc:sldMk cId="2195834472" sldId="454"/>
            <ac:spMk id="9" creationId="{FC4B02D1-929B-0247-DD20-B16FCF36C0BB}"/>
          </ac:spMkLst>
        </pc:spChg>
        <pc:spChg chg="add del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11" creationId="{7A08E557-10DB-421A-876E-1AE58F8E07C4}"/>
          </ac:spMkLst>
        </pc:spChg>
        <pc:spChg chg="add del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13" creationId="{B5B09F67-0226-4836-9B22-AFF94EF63BE1}"/>
          </ac:spMkLst>
        </pc:spChg>
        <pc:spChg chg="add del">
          <ac:chgData name="Braidyn Sheffield" userId="45cce889-5511-4e7f-9428-e041e6446f25" providerId="ADAL" clId="{27CEEF82-70FE-4549-9030-A4B4C86B5B30}" dt="2025-11-13T18:15:45.236" v="109" actId="11529"/>
          <ac:spMkLst>
            <pc:docMk/>
            <pc:sldMk cId="2195834472" sldId="454"/>
            <ac:spMk id="14" creationId="{4755D0B4-9602-CED3-64F5-878DA9222106}"/>
          </ac:spMkLst>
        </pc:spChg>
        <pc:spChg chg="add del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15" creationId="{EF6D18FB-3D39-4747-9ED8-42C5DFAB8A26}"/>
          </ac:spMkLst>
        </pc:spChg>
        <pc:spChg chg="add del mod">
          <ac:chgData name="Braidyn Sheffield" userId="45cce889-5511-4e7f-9428-e041e6446f25" providerId="ADAL" clId="{27CEEF82-70FE-4549-9030-A4B4C86B5B30}" dt="2025-11-13T18:16:16.670" v="116" actId="478"/>
          <ac:spMkLst>
            <pc:docMk/>
            <pc:sldMk cId="2195834472" sldId="454"/>
            <ac:spMk id="16" creationId="{05C0FAE3-CCEA-CB19-9858-17129AE064EF}"/>
          </ac:spMkLst>
        </pc:spChg>
        <pc:spChg chg="add del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17" creationId="{EDCDD4D4-ADBD-45B9-944B-E77CC258426B}"/>
          </ac:spMkLst>
        </pc:spChg>
        <pc:spChg chg="add del">
          <ac:chgData name="Braidyn Sheffield" userId="45cce889-5511-4e7f-9428-e041e6446f25" providerId="ADAL" clId="{27CEEF82-70FE-4549-9030-A4B4C86B5B30}" dt="2025-11-13T18:16:36.206" v="118" actId="11529"/>
          <ac:spMkLst>
            <pc:docMk/>
            <pc:sldMk cId="2195834472" sldId="454"/>
            <ac:spMk id="18" creationId="{C99EAC14-B52B-CF34-824C-0377A0BBADD9}"/>
          </ac:spMkLst>
        </pc:spChg>
        <pc:spChg chg="add mod">
          <ac:chgData name="Braidyn Sheffield" userId="45cce889-5511-4e7f-9428-e041e6446f25" providerId="ADAL" clId="{27CEEF82-70FE-4549-9030-A4B4C86B5B30}" dt="2025-11-13T18:17:33.462" v="125" actId="17032"/>
          <ac:spMkLst>
            <pc:docMk/>
            <pc:sldMk cId="2195834472" sldId="454"/>
            <ac:spMk id="19" creationId="{F5E53FBE-AB37-7C55-B407-FBA2AC47C1B9}"/>
          </ac:spMkLst>
        </pc:spChg>
        <pc:spChg chg="add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22" creationId="{7A08E557-10DB-421A-876E-1AE58F8E07C4}"/>
          </ac:spMkLst>
        </pc:spChg>
        <pc:spChg chg="add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24" creationId="{B5B09F67-0226-4836-9B22-AFF94EF63BE1}"/>
          </ac:spMkLst>
        </pc:spChg>
        <pc:spChg chg="add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26" creationId="{EF6D18FB-3D39-4747-9ED8-42C5DFAB8A26}"/>
          </ac:spMkLst>
        </pc:spChg>
        <pc:spChg chg="add">
          <ac:chgData name="Braidyn Sheffield" userId="45cce889-5511-4e7f-9428-e041e6446f25" providerId="ADAL" clId="{27CEEF82-70FE-4549-9030-A4B4C86B5B30}" dt="2025-11-13T18:15:17.534" v="105" actId="26606"/>
          <ac:spMkLst>
            <pc:docMk/>
            <pc:sldMk cId="2195834472" sldId="454"/>
            <ac:spMk id="28" creationId="{EDCDD4D4-ADBD-45B9-944B-E77CC258426B}"/>
          </ac:spMkLst>
        </pc:spChg>
        <pc:picChg chg="add del mod">
          <ac:chgData name="Braidyn Sheffield" userId="45cce889-5511-4e7f-9428-e041e6446f25" providerId="ADAL" clId="{27CEEF82-70FE-4549-9030-A4B4C86B5B30}" dt="2025-11-13T18:15:05.086" v="99" actId="478"/>
          <ac:picMkLst>
            <pc:docMk/>
            <pc:sldMk cId="2195834472" sldId="454"/>
            <ac:picMk id="4" creationId="{67C5844A-EDB2-2BDE-FA85-17C3F95FAAFB}"/>
          </ac:picMkLst>
        </pc:picChg>
        <pc:picChg chg="add mod">
          <ac:chgData name="Braidyn Sheffield" userId="45cce889-5511-4e7f-9428-e041e6446f25" providerId="ADAL" clId="{27CEEF82-70FE-4549-9030-A4B4C86B5B30}" dt="2025-11-13T18:15:22.017" v="107" actId="1076"/>
          <ac:picMkLst>
            <pc:docMk/>
            <pc:sldMk cId="2195834472" sldId="454"/>
            <ac:picMk id="12" creationId="{60BA8289-77B3-1062-0985-3621295CAFBA}"/>
          </ac:picMkLst>
        </pc:picChg>
      </pc:sldChg>
      <pc:sldChg chg="addSp delSp modSp mod setBg">
        <pc:chgData name="Braidyn Sheffield" userId="45cce889-5511-4e7f-9428-e041e6446f25" providerId="ADAL" clId="{27CEEF82-70FE-4549-9030-A4B4C86B5B30}" dt="2025-11-13T18:12:10.812" v="90" actId="1076"/>
        <pc:sldMkLst>
          <pc:docMk/>
          <pc:sldMk cId="2268773637" sldId="455"/>
        </pc:sldMkLst>
        <pc:spChg chg="mod ord">
          <ac:chgData name="Braidyn Sheffield" userId="45cce889-5511-4e7f-9428-e041e6446f25" providerId="ADAL" clId="{27CEEF82-70FE-4549-9030-A4B4C86B5B30}" dt="2025-11-13T18:12:03.726" v="88" actId="26606"/>
          <ac:spMkLst>
            <pc:docMk/>
            <pc:sldMk cId="2268773637" sldId="455"/>
            <ac:spMk id="2" creationId="{D84FD447-ED68-5331-E367-20AB3A52423E}"/>
          </ac:spMkLst>
        </pc:spChg>
        <pc:spChg chg="mod">
          <ac:chgData name="Braidyn Sheffield" userId="45cce889-5511-4e7f-9428-e041e6446f25" providerId="ADAL" clId="{27CEEF82-70FE-4549-9030-A4B4C86B5B30}" dt="2025-11-13T18:12:03.726" v="88" actId="26606"/>
          <ac:spMkLst>
            <pc:docMk/>
            <pc:sldMk cId="2268773637" sldId="455"/>
            <ac:spMk id="6" creationId="{D8D4E175-EF4A-CA5E-2A33-9AC313110C78}"/>
          </ac:spMkLst>
        </pc:spChg>
        <pc:spChg chg="del">
          <ac:chgData name="Braidyn Sheffield" userId="45cce889-5511-4e7f-9428-e041e6446f25" providerId="ADAL" clId="{27CEEF82-70FE-4549-9030-A4B4C86B5B30}" dt="2025-11-13T18:12:00.524" v="85" actId="931"/>
          <ac:spMkLst>
            <pc:docMk/>
            <pc:sldMk cId="2268773637" sldId="455"/>
            <ac:spMk id="8" creationId="{80D72341-B819-A1BE-0592-20C71B2B5E55}"/>
          </ac:spMkLst>
        </pc:spChg>
        <pc:spChg chg="del">
          <ac:chgData name="Braidyn Sheffield" userId="45cce889-5511-4e7f-9428-e041e6446f25" providerId="ADAL" clId="{27CEEF82-70FE-4549-9030-A4B4C86B5B30}" dt="2025-11-13T18:11:56.110" v="84" actId="478"/>
          <ac:spMkLst>
            <pc:docMk/>
            <pc:sldMk cId="2268773637" sldId="455"/>
            <ac:spMk id="9" creationId="{011A6F66-261A-65D1-7105-1801CF9A6C13}"/>
          </ac:spMkLst>
        </pc:spChg>
        <pc:spChg chg="add">
          <ac:chgData name="Braidyn Sheffield" userId="45cce889-5511-4e7f-9428-e041e6446f25" providerId="ADAL" clId="{27CEEF82-70FE-4549-9030-A4B4C86B5B30}" dt="2025-11-13T18:12:03.726" v="88" actId="26606"/>
          <ac:spMkLst>
            <pc:docMk/>
            <pc:sldMk cId="2268773637" sldId="455"/>
            <ac:spMk id="11" creationId="{7A08E557-10DB-421A-876E-1AE58F8E07C4}"/>
          </ac:spMkLst>
        </pc:spChg>
        <pc:spChg chg="add">
          <ac:chgData name="Braidyn Sheffield" userId="45cce889-5511-4e7f-9428-e041e6446f25" providerId="ADAL" clId="{27CEEF82-70FE-4549-9030-A4B4C86B5B30}" dt="2025-11-13T18:12:03.726" v="88" actId="26606"/>
          <ac:spMkLst>
            <pc:docMk/>
            <pc:sldMk cId="2268773637" sldId="455"/>
            <ac:spMk id="13" creationId="{9B9C0EA8-1D7C-4958-8088-FCCA7A14337D}"/>
          </ac:spMkLst>
        </pc:spChg>
        <pc:spChg chg="add">
          <ac:chgData name="Braidyn Sheffield" userId="45cce889-5511-4e7f-9428-e041e6446f25" providerId="ADAL" clId="{27CEEF82-70FE-4549-9030-A4B4C86B5B30}" dt="2025-11-13T18:12:03.726" v="88" actId="26606"/>
          <ac:spMkLst>
            <pc:docMk/>
            <pc:sldMk cId="2268773637" sldId="455"/>
            <ac:spMk id="15" creationId="{5000D6DE-A23B-4C22-B47F-8F693347EFE8}"/>
          </ac:spMkLst>
        </pc:spChg>
        <pc:spChg chg="add">
          <ac:chgData name="Braidyn Sheffield" userId="45cce889-5511-4e7f-9428-e041e6446f25" providerId="ADAL" clId="{27CEEF82-70FE-4549-9030-A4B4C86B5B30}" dt="2025-11-13T18:12:03.726" v="88" actId="26606"/>
          <ac:spMkLst>
            <pc:docMk/>
            <pc:sldMk cId="2268773637" sldId="455"/>
            <ac:spMk id="17" creationId="{24D14FB4-6458-4E1D-B46C-BBE29EDFC23C}"/>
          </ac:spMkLst>
        </pc:spChg>
        <pc:spChg chg="add">
          <ac:chgData name="Braidyn Sheffield" userId="45cce889-5511-4e7f-9428-e041e6446f25" providerId="ADAL" clId="{27CEEF82-70FE-4549-9030-A4B4C86B5B30}" dt="2025-11-13T18:12:03.726" v="88" actId="26606"/>
          <ac:spMkLst>
            <pc:docMk/>
            <pc:sldMk cId="2268773637" sldId="455"/>
            <ac:spMk id="19" creationId="{3CF0F7CE-15DE-4549-B1AD-71D91FB52CF6}"/>
          </ac:spMkLst>
        </pc:spChg>
        <pc:spChg chg="add">
          <ac:chgData name="Braidyn Sheffield" userId="45cce889-5511-4e7f-9428-e041e6446f25" providerId="ADAL" clId="{27CEEF82-70FE-4549-9030-A4B4C86B5B30}" dt="2025-11-13T18:12:03.726" v="88" actId="26606"/>
          <ac:spMkLst>
            <pc:docMk/>
            <pc:sldMk cId="2268773637" sldId="455"/>
            <ac:spMk id="21" creationId="{3D651D50-AFE8-4258-90FE-E239C313818F}"/>
          </ac:spMkLst>
        </pc:spChg>
        <pc:picChg chg="add mod">
          <ac:chgData name="Braidyn Sheffield" userId="45cce889-5511-4e7f-9428-e041e6446f25" providerId="ADAL" clId="{27CEEF82-70FE-4549-9030-A4B4C86B5B30}" dt="2025-11-13T18:12:10.812" v="90" actId="1076"/>
          <ac:picMkLst>
            <pc:docMk/>
            <pc:sldMk cId="2268773637" sldId="455"/>
            <ac:picMk id="4" creationId="{4AAE5ECB-6EBA-F1E2-783D-7E18A6A72435}"/>
          </ac:picMkLst>
        </pc:picChg>
      </pc:sldChg>
      <pc:sldChg chg="add">
        <pc:chgData name="Braidyn Sheffield" userId="45cce889-5511-4e7f-9428-e041e6446f25" providerId="ADAL" clId="{27CEEF82-70FE-4549-9030-A4B4C86B5B30}" dt="2025-11-12T17:59:52.464" v="50" actId="2890"/>
        <pc:sldMkLst>
          <pc:docMk/>
          <pc:sldMk cId="436484395" sldId="456"/>
        </pc:sldMkLst>
      </pc:sldChg>
      <pc:sldChg chg="delSp modSp add del mod">
        <pc:chgData name="Braidyn Sheffield" userId="45cce889-5511-4e7f-9428-e041e6446f25" providerId="ADAL" clId="{27CEEF82-70FE-4549-9030-A4B4C86B5B30}" dt="2025-11-13T18:11:33.953" v="79" actId="47"/>
        <pc:sldMkLst>
          <pc:docMk/>
          <pc:sldMk cId="1687863252" sldId="457"/>
        </pc:sldMkLst>
        <pc:spChg chg="del mod">
          <ac:chgData name="Braidyn Sheffield" userId="45cce889-5511-4e7f-9428-e041e6446f25" providerId="ADAL" clId="{27CEEF82-70FE-4549-9030-A4B4C86B5B30}" dt="2025-11-13T17:48:01.451" v="78" actId="478"/>
          <ac:spMkLst>
            <pc:docMk/>
            <pc:sldMk cId="1687863252" sldId="457"/>
            <ac:spMk id="9" creationId="{1CC7126B-9F5D-57EF-CC50-E858F670CDB5}"/>
          </ac:spMkLst>
        </pc:spChg>
      </pc:sldChg>
      <pc:sldChg chg="add">
        <pc:chgData name="Braidyn Sheffield" userId="45cce889-5511-4e7f-9428-e041e6446f25" providerId="ADAL" clId="{27CEEF82-70FE-4549-9030-A4B4C86B5B30}" dt="2025-11-13T18:15:02.986" v="98" actId="2890"/>
        <pc:sldMkLst>
          <pc:docMk/>
          <pc:sldMk cId="2666164236" sldId="457"/>
        </pc:sldMkLst>
      </pc:sldChg>
      <pc:sldChg chg="addSp delSp add del setBg delDesignElem">
        <pc:chgData name="Braidyn Sheffield" userId="45cce889-5511-4e7f-9428-e041e6446f25" providerId="ADAL" clId="{27CEEF82-70FE-4549-9030-A4B4C86B5B30}" dt="2025-11-12T18:01:42.266" v="61"/>
        <pc:sldMkLst>
          <pc:docMk/>
          <pc:sldMk cId="3916550819" sldId="457"/>
        </pc:sldMkLst>
        <pc:spChg chg="add del">
          <ac:chgData name="Braidyn Sheffield" userId="45cce889-5511-4e7f-9428-e041e6446f25" providerId="ADAL" clId="{27CEEF82-70FE-4549-9030-A4B4C86B5B30}" dt="2025-11-12T18:01:42.266" v="61"/>
          <ac:spMkLst>
            <pc:docMk/>
            <pc:sldMk cId="3916550819" sldId="457"/>
            <ac:spMk id="11" creationId="{5A68A634-F711-3F8D-AFCA-31F8D6A7031B}"/>
          </ac:spMkLst>
        </pc:spChg>
        <pc:spChg chg="add del">
          <ac:chgData name="Braidyn Sheffield" userId="45cce889-5511-4e7f-9428-e041e6446f25" providerId="ADAL" clId="{27CEEF82-70FE-4549-9030-A4B4C86B5B30}" dt="2025-11-12T18:01:42.266" v="61"/>
          <ac:spMkLst>
            <pc:docMk/>
            <pc:sldMk cId="3916550819" sldId="457"/>
            <ac:spMk id="13" creationId="{6E0B134F-4BBB-69B9-E1F9-34D1E0BB03B9}"/>
          </ac:spMkLst>
        </pc:spChg>
        <pc:spChg chg="add del">
          <ac:chgData name="Braidyn Sheffield" userId="45cce889-5511-4e7f-9428-e041e6446f25" providerId="ADAL" clId="{27CEEF82-70FE-4549-9030-A4B4C86B5B30}" dt="2025-11-12T18:01:42.266" v="61"/>
          <ac:spMkLst>
            <pc:docMk/>
            <pc:sldMk cId="3916550819" sldId="457"/>
            <ac:spMk id="15" creationId="{423CFDB7-BAD4-E3D4-C8CD-86F194B992A2}"/>
          </ac:spMkLst>
        </pc:spChg>
        <pc:spChg chg="add del">
          <ac:chgData name="Braidyn Sheffield" userId="45cce889-5511-4e7f-9428-e041e6446f25" providerId="ADAL" clId="{27CEEF82-70FE-4549-9030-A4B4C86B5B30}" dt="2025-11-12T18:01:42.266" v="61"/>
          <ac:spMkLst>
            <pc:docMk/>
            <pc:sldMk cId="3916550819" sldId="457"/>
            <ac:spMk id="17" creationId="{41255A44-013C-CE33-AF22-491D25933951}"/>
          </ac:spMkLst>
        </pc:spChg>
        <pc:spChg chg="add del">
          <ac:chgData name="Braidyn Sheffield" userId="45cce889-5511-4e7f-9428-e041e6446f25" providerId="ADAL" clId="{27CEEF82-70FE-4549-9030-A4B4C86B5B30}" dt="2025-11-12T18:01:42.266" v="61"/>
          <ac:spMkLst>
            <pc:docMk/>
            <pc:sldMk cId="3916550819" sldId="457"/>
            <ac:spMk id="19" creationId="{003C38DB-7E6A-3793-9705-4E0407600C04}"/>
          </ac:spMkLst>
        </pc:spChg>
        <pc:spChg chg="add del">
          <ac:chgData name="Braidyn Sheffield" userId="45cce889-5511-4e7f-9428-e041e6446f25" providerId="ADAL" clId="{27CEEF82-70FE-4549-9030-A4B4C86B5B30}" dt="2025-11-12T18:01:42.266" v="61"/>
          <ac:spMkLst>
            <pc:docMk/>
            <pc:sldMk cId="3916550819" sldId="457"/>
            <ac:spMk id="21" creationId="{50D923B2-4389-E769-2563-520C3CBB4ED7}"/>
          </ac:spMkLst>
        </pc:spChg>
      </pc:sldChg>
      <pc:sldChg chg="addSp delSp modSp add mod ord">
        <pc:chgData name="Braidyn Sheffield" userId="45cce889-5511-4e7f-9428-e041e6446f25" providerId="ADAL" clId="{27CEEF82-70FE-4549-9030-A4B4C86B5B30}" dt="2025-11-13T22:36:27.485" v="133" actId="26606"/>
        <pc:sldMkLst>
          <pc:docMk/>
          <pc:sldMk cId="3826109302" sldId="458"/>
        </pc:sldMkLst>
        <pc:spChg chg="ord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2" creationId="{AEF2B574-04C8-87DE-C482-1644D259DA45}"/>
          </ac:spMkLst>
        </pc:spChg>
        <pc:spChg chg="add del mod">
          <ac:chgData name="Braidyn Sheffield" userId="45cce889-5511-4e7f-9428-e041e6446f25" providerId="ADAL" clId="{27CEEF82-70FE-4549-9030-A4B4C86B5B30}" dt="2025-11-13T22:36:24.132" v="130" actId="931"/>
          <ac:spMkLst>
            <pc:docMk/>
            <pc:sldMk cId="3826109302" sldId="458"/>
            <ac:spMk id="4" creationId="{2FE95EE5-F05E-D4BD-7B9A-2B5E1C3E1E7F}"/>
          </ac:spMkLst>
        </pc:spChg>
        <pc:spChg chg="del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18" creationId="{6558C754-33FB-B5ED-2FE9-309FB5AFB118}"/>
          </ac:spMkLst>
        </pc:spChg>
        <pc:spChg chg="del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20" creationId="{D47818AE-561B-F121-E9F7-D66FEA7FECF0}"/>
          </ac:spMkLst>
        </pc:spChg>
        <pc:spChg chg="del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26" creationId="{B15831B0-94C2-7B77-6280-F5F044609517}"/>
          </ac:spMkLst>
        </pc:spChg>
        <pc:spChg chg="add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31" creationId="{7A08E557-10DB-421A-876E-1AE58F8E07C4}"/>
          </ac:spMkLst>
        </pc:spChg>
        <pc:spChg chg="add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33" creationId="{9B9C0EA8-1D7C-4958-8088-FCCA7A14337D}"/>
          </ac:spMkLst>
        </pc:spChg>
        <pc:spChg chg="add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35" creationId="{5000D6DE-A23B-4C22-B47F-8F693347EFE8}"/>
          </ac:spMkLst>
        </pc:spChg>
        <pc:spChg chg="add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37" creationId="{24D14FB4-6458-4E1D-B46C-BBE29EDFC23C}"/>
          </ac:spMkLst>
        </pc:spChg>
        <pc:spChg chg="add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39" creationId="{3CF0F7CE-15DE-4549-B1AD-71D91FB52CF6}"/>
          </ac:spMkLst>
        </pc:spChg>
        <pc:spChg chg="add">
          <ac:chgData name="Braidyn Sheffield" userId="45cce889-5511-4e7f-9428-e041e6446f25" providerId="ADAL" clId="{27CEEF82-70FE-4549-9030-A4B4C86B5B30}" dt="2025-11-13T22:36:27.485" v="133" actId="26606"/>
          <ac:spMkLst>
            <pc:docMk/>
            <pc:sldMk cId="3826109302" sldId="458"/>
            <ac:spMk id="41" creationId="{3D651D50-AFE8-4258-90FE-E239C313818F}"/>
          </ac:spMkLst>
        </pc:spChg>
        <pc:picChg chg="add mod">
          <ac:chgData name="Braidyn Sheffield" userId="45cce889-5511-4e7f-9428-e041e6446f25" providerId="ADAL" clId="{27CEEF82-70FE-4549-9030-A4B4C86B5B30}" dt="2025-11-13T22:36:26.604" v="132" actId="962"/>
          <ac:picMkLst>
            <pc:docMk/>
            <pc:sldMk cId="3826109302" sldId="458"/>
            <ac:picMk id="7" creationId="{2AD725D1-66B1-8B41-6849-81F340DC0D2D}"/>
          </ac:picMkLst>
        </pc:picChg>
        <pc:picChg chg="del">
          <ac:chgData name="Braidyn Sheffield" userId="45cce889-5511-4e7f-9428-e041e6446f25" providerId="ADAL" clId="{27CEEF82-70FE-4549-9030-A4B4C86B5B30}" dt="2025-11-13T22:34:52.599" v="129" actId="478"/>
          <ac:picMkLst>
            <pc:docMk/>
            <pc:sldMk cId="3826109302" sldId="458"/>
            <ac:picMk id="11" creationId="{F1B29061-E84E-DDC3-07B8-54C4DC10A35E}"/>
          </ac:picMkLst>
        </pc:picChg>
      </pc:sldChg>
      <pc:sldChg chg="addSp delSp modSp add mod ord">
        <pc:chgData name="Braidyn Sheffield" userId="45cce889-5511-4e7f-9428-e041e6446f25" providerId="ADAL" clId="{27CEEF82-70FE-4549-9030-A4B4C86B5B30}" dt="2025-11-13T22:37:06.743" v="144" actId="1076"/>
        <pc:sldMkLst>
          <pc:docMk/>
          <pc:sldMk cId="688625204" sldId="459"/>
        </pc:sldMkLst>
        <pc:spChg chg="del">
          <ac:chgData name="Braidyn Sheffield" userId="45cce889-5511-4e7f-9428-e041e6446f25" providerId="ADAL" clId="{27CEEF82-70FE-4549-9030-A4B4C86B5B30}" dt="2025-11-13T22:36:39.894" v="137" actId="478"/>
          <ac:spMkLst>
            <pc:docMk/>
            <pc:sldMk cId="688625204" sldId="459"/>
            <ac:spMk id="5" creationId="{61A5BFB5-8604-DFFC-15C3-95E52CA05C5D}"/>
          </ac:spMkLst>
        </pc:spChg>
        <pc:spChg chg="add del mod">
          <ac:chgData name="Braidyn Sheffield" userId="45cce889-5511-4e7f-9428-e041e6446f25" providerId="ADAL" clId="{27CEEF82-70FE-4549-9030-A4B4C86B5B30}" dt="2025-11-13T22:36:59.632" v="139" actId="931"/>
          <ac:spMkLst>
            <pc:docMk/>
            <pc:sldMk cId="688625204" sldId="459"/>
            <ac:spMk id="7" creationId="{1E54082A-4BD0-4103-70E2-EEAEFDA7161D}"/>
          </ac:spMkLst>
        </pc:spChg>
        <pc:picChg chg="del">
          <ac:chgData name="Braidyn Sheffield" userId="45cce889-5511-4e7f-9428-e041e6446f25" providerId="ADAL" clId="{27CEEF82-70FE-4549-9030-A4B4C86B5B30}" dt="2025-11-13T22:36:40.534" v="138" actId="478"/>
          <ac:picMkLst>
            <pc:docMk/>
            <pc:sldMk cId="688625204" sldId="459"/>
            <ac:picMk id="4" creationId="{45AE784F-9A06-9868-16B8-A602B1286CF0}"/>
          </ac:picMkLst>
        </pc:picChg>
        <pc:picChg chg="add mod">
          <ac:chgData name="Braidyn Sheffield" userId="45cce889-5511-4e7f-9428-e041e6446f25" providerId="ADAL" clId="{27CEEF82-70FE-4549-9030-A4B4C86B5B30}" dt="2025-11-13T22:37:06.743" v="144" actId="1076"/>
          <ac:picMkLst>
            <pc:docMk/>
            <pc:sldMk cId="688625204" sldId="459"/>
            <ac:picMk id="9" creationId="{0D0156A0-F9D2-C559-B76C-8900D7645EE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AE09-E020-F28D-2A28-FE9A1233A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7674C-7F62-3770-36E1-0FC26D642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8E52F-09F3-6D1A-C003-B886F9480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46BAA-FFB3-0592-FD3E-ADE91C647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60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1D4F6-57ED-CE11-CFEC-2D1A9985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15E11-6915-868A-2DDD-C69FA2936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CCF62-426A-DC6B-4287-35B068990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06A26-3058-2EAC-A4F2-EDC372C5B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6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52F32-24B4-CA95-2C68-F2147B64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56B74-C342-95FB-9FFF-936400469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D8268-A0D9-2402-283B-CDCE2FBC7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C0B21-A951-1D7B-5595-D059C3090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367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DBB90-6D11-0ACE-BCB4-765BCF48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64F78-4B54-04AE-544D-CEA7B9824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3C5A3-0018-709F-9902-8C998B6C1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7AFC7-A8B8-053A-83A6-A9FDA01A1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692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F50E-B569-678A-B500-7B0AB22A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6516C-2C14-F39D-EC1C-5F26C4B10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5FF96-914E-A1E6-58EE-2C553BAD0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6A177-AB36-B7B2-1578-9F6120FF5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103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657C-2232-CF6E-215F-757038E7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53A48-62DF-60EB-1993-B2E2C6FCA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377D4-47DF-39B9-AA1E-F586FFE4B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E6168-98B9-02A5-6B4E-B0D7FE75B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45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7AAE6-6FD5-2149-B03E-C94CCBB4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59CB9-CFC6-250C-8891-6C8924488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5183F-264E-AFAE-6C0B-36BD905C6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0B9DE-CB48-CD1F-1E32-242A099F4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225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1EB77-A727-BAE7-59C2-48BED6C7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3C562-F820-0231-5308-A58CBFDC7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9E933-42D3-10A8-0034-6EF651692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2E099-8818-4134-7182-D3BB58D13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911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4BD2-0E05-ABF3-107F-8F671FF68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CEE5E-E1C0-D80D-5E63-E84759617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1354E-EE88-11FD-3DF3-86A53B35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F261-D17B-714F-A433-B7246F995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539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D056-2625-1F79-DB1D-C3100987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23F1C-DBE8-FB17-7CD6-EB6159E45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13CCD-8F04-487D-67DD-631A290CA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56EA5-2735-EA0E-4269-6385E989F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24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6E494-62F8-256C-1972-9AE39F97D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3EEEC-B45A-AB16-01B6-665632624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BC7F1-13F9-4207-2F3F-5EB1E2915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F44C7-F3A4-D0A0-8749-EC6BF110B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536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422B9-4690-99DC-1FE1-135E0CF6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EC25B-D324-7972-F8D8-B49F85B0E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85C42-C417-241F-EBBB-C9D53F4CF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4176E-4262-8CAA-820A-C1E024653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742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4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593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2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8" r:id="rId14"/>
    <p:sldLayoutId id="2147483730" r:id="rId15"/>
    <p:sldLayoutId id="214748373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DC9B903D-EB21-3A11-02A0-C4936490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887413"/>
            <a:ext cx="10201275" cy="5094287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4-Bit CMOS Arithmetic Logic Unit (ALU)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F209732E-45B0-2CF8-02B9-7E18B7D16CF2}"/>
              </a:ext>
            </a:extLst>
          </p:cNvPr>
          <p:cNvSpPr txBox="1">
            <a:spLocks/>
          </p:cNvSpPr>
          <p:nvPr/>
        </p:nvSpPr>
        <p:spPr>
          <a:xfrm>
            <a:off x="1386629" y="3962400"/>
            <a:ext cx="9643772" cy="85540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Braidyn Sheffield</a:t>
            </a:r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and simulate a </a:t>
            </a:r>
            <a:r>
              <a:rPr lang="en-US" b="1" dirty="0"/>
              <a:t>4-bit CMOS ALU</a:t>
            </a:r>
            <a:r>
              <a:rPr lang="en-US" dirty="0"/>
              <a:t> that performs </a:t>
            </a:r>
            <a:r>
              <a:rPr lang="en-US" b="1" dirty="0"/>
              <a:t>addition and subtraction</a:t>
            </a:r>
            <a:r>
              <a:rPr lang="en-US" dirty="0"/>
              <a:t> using </a:t>
            </a:r>
            <a:r>
              <a:rPr lang="en-US" b="1" dirty="0"/>
              <a:t>full adder and multiplexer logic</a:t>
            </a:r>
            <a:r>
              <a:rPr lang="en-US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8D6A8-DDAE-5A0C-9EE1-56BB6892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354E4A1-6024-4D18-89EA-EB7EF53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84965AF-C953-45C8-BD68-12F8B5881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56" y="0"/>
            <a:ext cx="12186844" cy="2128964"/>
          </a:xfrm>
          <a:custGeom>
            <a:avLst/>
            <a:gdLst>
              <a:gd name="connsiteX0" fmla="*/ 0 w 12186844"/>
              <a:gd name="connsiteY0" fmla="*/ 0 h 2128964"/>
              <a:gd name="connsiteX1" fmla="*/ 12186844 w 12186844"/>
              <a:gd name="connsiteY1" fmla="*/ 0 h 2128964"/>
              <a:gd name="connsiteX2" fmla="*/ 12186844 w 12186844"/>
              <a:gd name="connsiteY2" fmla="*/ 2128964 h 2128964"/>
              <a:gd name="connsiteX3" fmla="*/ 2247277 w 12186844"/>
              <a:gd name="connsiteY3" fmla="*/ 2128964 h 2128964"/>
              <a:gd name="connsiteX4" fmla="*/ 2326545 w 12186844"/>
              <a:gd name="connsiteY4" fmla="*/ 2125211 h 2128964"/>
              <a:gd name="connsiteX5" fmla="*/ 2191729 w 12186844"/>
              <a:gd name="connsiteY5" fmla="*/ 2118828 h 2128964"/>
              <a:gd name="connsiteX6" fmla="*/ 66975 w 12186844"/>
              <a:gd name="connsiteY6" fmla="*/ 349781 h 2128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6844" h="2128964">
                <a:moveTo>
                  <a:pt x="0" y="0"/>
                </a:moveTo>
                <a:lnTo>
                  <a:pt x="12186844" y="0"/>
                </a:lnTo>
                <a:lnTo>
                  <a:pt x="12186844" y="2128964"/>
                </a:lnTo>
                <a:lnTo>
                  <a:pt x="2247277" y="2128964"/>
                </a:lnTo>
                <a:lnTo>
                  <a:pt x="2326545" y="2125211"/>
                </a:lnTo>
                <a:lnTo>
                  <a:pt x="2191729" y="2118828"/>
                </a:lnTo>
                <a:cubicBezTo>
                  <a:pt x="1174891" y="2022044"/>
                  <a:pt x="338983" y="1304706"/>
                  <a:pt x="66975" y="34978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DECE677-C1FD-4829-8D4A-3C19A04A3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3672" y="0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ED9F1F-656E-37E6-DD84-48563510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0988"/>
            <a:ext cx="9344578" cy="11564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>
                <a:solidFill>
                  <a:srgbClr val="FFFFFF"/>
                </a:solidFill>
              </a:rPr>
              <a:t>Where I started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692F7-FE64-10BA-2296-7A5D023273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593074"/>
            <a:ext cx="5589767" cy="35791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chemeClr val="accent5"/>
              </a:buClr>
            </a:pPr>
            <a:r>
              <a:rPr lang="en-US" noProof="1"/>
              <a:t>The Logisim model defined the logical behavior of the ALU.</a:t>
            </a:r>
          </a:p>
          <a:p>
            <a:pPr>
              <a:buClr>
                <a:schemeClr val="accent5"/>
              </a:buClr>
            </a:pPr>
            <a:r>
              <a:rPr lang="en-US" noProof="1"/>
              <a:t>It performed A + B or A – B based on the AddSub control.</a:t>
            </a:r>
          </a:p>
          <a:p>
            <a:pPr>
              <a:buClr>
                <a:schemeClr val="accent5"/>
              </a:buClr>
            </a:pPr>
            <a:r>
              <a:rPr lang="en-US" noProof="1"/>
              <a:t>Output bits: [IB_Au3:0] and Carry.</a:t>
            </a:r>
          </a:p>
          <a:p>
            <a:pPr>
              <a:buClr>
                <a:schemeClr val="accent5"/>
              </a:buClr>
            </a:pPr>
            <a:r>
              <a:rPr lang="en-US" noProof="1"/>
              <a:t>Served as the blueprint for transistor-level schematic design.</a:t>
            </a:r>
          </a:p>
          <a:p>
            <a:pPr>
              <a:buClr>
                <a:schemeClr val="accent5"/>
              </a:buClr>
            </a:pPr>
            <a:endParaRPr lang="en-US" noProof="1"/>
          </a:p>
        </p:txBody>
      </p:sp>
      <p:pic>
        <p:nvPicPr>
          <p:cNvPr id="6" name="Content Placeholder 5" descr="A diagram of a program&#10;&#10;AI-generated content may be incorrect.">
            <a:extLst>
              <a:ext uri="{FF2B5EF4-FFF2-40B4-BE49-F238E27FC236}">
                <a16:creationId xmlns:a16="http://schemas.microsoft.com/office/drawing/2014/main" id="{9364A97B-E194-C804-3B61-866622190DB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7010401" y="2813394"/>
            <a:ext cx="4572000" cy="31432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94148B-3360-A6B0-709C-99D40FD3A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4524"/>
            <a:ext cx="6932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90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A1FAD-6C94-5AE7-99DC-19112BCA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9C0EA8-1D7C-4958-8088-FCCA7A14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00D6DE-A23B-4C22-B47F-8F693347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14FB4-6458-4E1D-B46C-BBE29EDF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CF0F7CE-15DE-4549-B1AD-71D91FB52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182352" cy="6857998"/>
          </a:xfrm>
          <a:custGeom>
            <a:avLst/>
            <a:gdLst>
              <a:gd name="connsiteX0" fmla="*/ 0 w 5182352"/>
              <a:gd name="connsiteY0" fmla="*/ 0 h 6857998"/>
              <a:gd name="connsiteX1" fmla="*/ 2818507 w 5182352"/>
              <a:gd name="connsiteY1" fmla="*/ 0 h 6857998"/>
              <a:gd name="connsiteX2" fmla="*/ 2930927 w 5182352"/>
              <a:gd name="connsiteY2" fmla="*/ 43392 h 6857998"/>
              <a:gd name="connsiteX3" fmla="*/ 5182352 w 5182352"/>
              <a:gd name="connsiteY3" fmla="*/ 3428998 h 6857998"/>
              <a:gd name="connsiteX4" fmla="*/ 2930927 w 5182352"/>
              <a:gd name="connsiteY4" fmla="*/ 6814605 h 6857998"/>
              <a:gd name="connsiteX5" fmla="*/ 2818504 w 5182352"/>
              <a:gd name="connsiteY5" fmla="*/ 6857998 h 6857998"/>
              <a:gd name="connsiteX6" fmla="*/ 0 w 5182352"/>
              <a:gd name="connsiteY6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82352" h="6857998">
                <a:moveTo>
                  <a:pt x="0" y="0"/>
                </a:moveTo>
                <a:lnTo>
                  <a:pt x="2818507" y="0"/>
                </a:lnTo>
                <a:lnTo>
                  <a:pt x="2930927" y="43392"/>
                </a:lnTo>
                <a:cubicBezTo>
                  <a:pt x="4251985" y="590036"/>
                  <a:pt x="5182352" y="1899962"/>
                  <a:pt x="5182352" y="3428998"/>
                </a:cubicBezTo>
                <a:cubicBezTo>
                  <a:pt x="5182352" y="4958035"/>
                  <a:pt x="4251985" y="6267961"/>
                  <a:pt x="2930927" y="6814605"/>
                </a:cubicBezTo>
                <a:lnTo>
                  <a:pt x="2818504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AE8201-AE5B-898C-FF22-C1853C7D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1"/>
            <a:ext cx="4080681" cy="365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>
                <a:solidFill>
                  <a:srgbClr val="FFFFFF"/>
                </a:solidFill>
              </a:rPr>
              <a:t>Building the Schematic</a:t>
            </a: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3D651D50-AFE8-4258-90FE-E239C3138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0" y="2"/>
            <a:ext cx="7010401" cy="6857998"/>
          </a:xfrm>
          <a:custGeom>
            <a:avLst/>
            <a:gdLst>
              <a:gd name="connsiteX0" fmla="*/ 2363848 w 7010401"/>
              <a:gd name="connsiteY0" fmla="*/ 0 h 6857998"/>
              <a:gd name="connsiteX1" fmla="*/ 7010401 w 7010401"/>
              <a:gd name="connsiteY1" fmla="*/ 0 h 6857998"/>
              <a:gd name="connsiteX2" fmla="*/ 7010401 w 7010401"/>
              <a:gd name="connsiteY2" fmla="*/ 6857998 h 6857998"/>
              <a:gd name="connsiteX3" fmla="*/ 2363845 w 7010401"/>
              <a:gd name="connsiteY3" fmla="*/ 6857998 h 6857998"/>
              <a:gd name="connsiteX4" fmla="*/ 2251425 w 7010401"/>
              <a:gd name="connsiteY4" fmla="*/ 6814606 h 6857998"/>
              <a:gd name="connsiteX5" fmla="*/ 0 w 7010401"/>
              <a:gd name="connsiteY5" fmla="*/ 3429000 h 6857998"/>
              <a:gd name="connsiteX6" fmla="*/ 2251425 w 7010401"/>
              <a:gd name="connsiteY6" fmla="*/ 43393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0401" h="6857998">
                <a:moveTo>
                  <a:pt x="2363848" y="0"/>
                </a:moveTo>
                <a:lnTo>
                  <a:pt x="7010401" y="0"/>
                </a:lnTo>
                <a:lnTo>
                  <a:pt x="7010401" y="6857998"/>
                </a:lnTo>
                <a:lnTo>
                  <a:pt x="2363845" y="6857998"/>
                </a:lnTo>
                <a:lnTo>
                  <a:pt x="2251425" y="6814606"/>
                </a:lnTo>
                <a:cubicBezTo>
                  <a:pt x="930367" y="6267962"/>
                  <a:pt x="0" y="4958036"/>
                  <a:pt x="0" y="3429000"/>
                </a:cubicBezTo>
                <a:cubicBezTo>
                  <a:pt x="0" y="1899963"/>
                  <a:pt x="930367" y="590037"/>
                  <a:pt x="2251425" y="4339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7454D5B0-7824-8CD7-7A38-4715A26E784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714699" y="1430507"/>
            <a:ext cx="4859557" cy="399698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83D00-DA89-3370-9524-47B2E05C4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90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F1CD3-0B07-2F07-E9F2-6A4215E2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B9C0EA8-1D7C-4958-8088-FCCA7A14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00D6DE-A23B-4C22-B47F-8F693347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D14FB4-6458-4E1D-B46C-BBE29EDF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CF0F7CE-15DE-4549-B1AD-71D91FB52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182352" cy="6857998"/>
          </a:xfrm>
          <a:custGeom>
            <a:avLst/>
            <a:gdLst>
              <a:gd name="connsiteX0" fmla="*/ 0 w 5182352"/>
              <a:gd name="connsiteY0" fmla="*/ 0 h 6857998"/>
              <a:gd name="connsiteX1" fmla="*/ 2818507 w 5182352"/>
              <a:gd name="connsiteY1" fmla="*/ 0 h 6857998"/>
              <a:gd name="connsiteX2" fmla="*/ 2930927 w 5182352"/>
              <a:gd name="connsiteY2" fmla="*/ 43392 h 6857998"/>
              <a:gd name="connsiteX3" fmla="*/ 5182352 w 5182352"/>
              <a:gd name="connsiteY3" fmla="*/ 3428998 h 6857998"/>
              <a:gd name="connsiteX4" fmla="*/ 2930927 w 5182352"/>
              <a:gd name="connsiteY4" fmla="*/ 6814605 h 6857998"/>
              <a:gd name="connsiteX5" fmla="*/ 2818504 w 5182352"/>
              <a:gd name="connsiteY5" fmla="*/ 6857998 h 6857998"/>
              <a:gd name="connsiteX6" fmla="*/ 0 w 5182352"/>
              <a:gd name="connsiteY6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82352" h="6857998">
                <a:moveTo>
                  <a:pt x="0" y="0"/>
                </a:moveTo>
                <a:lnTo>
                  <a:pt x="2818507" y="0"/>
                </a:lnTo>
                <a:lnTo>
                  <a:pt x="2930927" y="43392"/>
                </a:lnTo>
                <a:cubicBezTo>
                  <a:pt x="4251985" y="590036"/>
                  <a:pt x="5182352" y="1899962"/>
                  <a:pt x="5182352" y="3428998"/>
                </a:cubicBezTo>
                <a:cubicBezTo>
                  <a:pt x="5182352" y="4958035"/>
                  <a:pt x="4251985" y="6267961"/>
                  <a:pt x="2930927" y="6814605"/>
                </a:cubicBezTo>
                <a:lnTo>
                  <a:pt x="2818504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19A48C-BC88-EDB8-B882-E7B2D687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1"/>
            <a:ext cx="4080681" cy="365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>
                <a:solidFill>
                  <a:srgbClr val="FFFFFF"/>
                </a:solidFill>
              </a:rPr>
              <a:t>Simulating the Circuit</a:t>
            </a:r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3D651D50-AFE8-4258-90FE-E239C3138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0" y="2"/>
            <a:ext cx="7010401" cy="6857998"/>
          </a:xfrm>
          <a:custGeom>
            <a:avLst/>
            <a:gdLst>
              <a:gd name="connsiteX0" fmla="*/ 2363848 w 7010401"/>
              <a:gd name="connsiteY0" fmla="*/ 0 h 6857998"/>
              <a:gd name="connsiteX1" fmla="*/ 7010401 w 7010401"/>
              <a:gd name="connsiteY1" fmla="*/ 0 h 6857998"/>
              <a:gd name="connsiteX2" fmla="*/ 7010401 w 7010401"/>
              <a:gd name="connsiteY2" fmla="*/ 6857998 h 6857998"/>
              <a:gd name="connsiteX3" fmla="*/ 2363845 w 7010401"/>
              <a:gd name="connsiteY3" fmla="*/ 6857998 h 6857998"/>
              <a:gd name="connsiteX4" fmla="*/ 2251425 w 7010401"/>
              <a:gd name="connsiteY4" fmla="*/ 6814606 h 6857998"/>
              <a:gd name="connsiteX5" fmla="*/ 0 w 7010401"/>
              <a:gd name="connsiteY5" fmla="*/ 3429000 h 6857998"/>
              <a:gd name="connsiteX6" fmla="*/ 2251425 w 7010401"/>
              <a:gd name="connsiteY6" fmla="*/ 43393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0401" h="6857998">
                <a:moveTo>
                  <a:pt x="2363848" y="0"/>
                </a:moveTo>
                <a:lnTo>
                  <a:pt x="7010401" y="0"/>
                </a:lnTo>
                <a:lnTo>
                  <a:pt x="7010401" y="6857998"/>
                </a:lnTo>
                <a:lnTo>
                  <a:pt x="2363845" y="6857998"/>
                </a:lnTo>
                <a:lnTo>
                  <a:pt x="2251425" y="6814606"/>
                </a:lnTo>
                <a:cubicBezTo>
                  <a:pt x="930367" y="6267962"/>
                  <a:pt x="0" y="4958036"/>
                  <a:pt x="0" y="3429000"/>
                </a:cubicBezTo>
                <a:cubicBezTo>
                  <a:pt x="0" y="1899963"/>
                  <a:pt x="930367" y="590037"/>
                  <a:pt x="2251425" y="4339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D725D1-66B1-8B41-6849-81F340DC0D2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714699" y="691221"/>
            <a:ext cx="4859557" cy="54755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2B574-04C8-87DE-C482-1644D259D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10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A12AD-F515-27B1-2580-51E42D4F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0CE656-0E49-BDDE-FDB7-2DAD1B5C3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945FFE-EDF2-6017-E3EB-31B07FE1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the Circuit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0156A0-F9D2-C559-B76C-8900D7645EE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285252" y="1801027"/>
            <a:ext cx="10444929" cy="4378709"/>
          </a:xfrm>
        </p:spPr>
      </p:pic>
    </p:spTree>
    <p:extLst>
      <p:ext uri="{BB962C8B-B14F-4D97-AF65-F5344CB8AC3E}">
        <p14:creationId xmlns:p14="http://schemas.microsoft.com/office/powerpoint/2010/main" val="68862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2ECE2-9085-2AC3-2D56-5126DF78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9C0EA8-1D7C-4958-8088-FCCA7A14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00D6DE-A23B-4C22-B47F-8F693347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D14FB4-6458-4E1D-B46C-BBE29EDF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CF0F7CE-15DE-4549-B1AD-71D91FB52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182352" cy="6857998"/>
          </a:xfrm>
          <a:custGeom>
            <a:avLst/>
            <a:gdLst>
              <a:gd name="connsiteX0" fmla="*/ 0 w 5182352"/>
              <a:gd name="connsiteY0" fmla="*/ 0 h 6857998"/>
              <a:gd name="connsiteX1" fmla="*/ 2818507 w 5182352"/>
              <a:gd name="connsiteY1" fmla="*/ 0 h 6857998"/>
              <a:gd name="connsiteX2" fmla="*/ 2930927 w 5182352"/>
              <a:gd name="connsiteY2" fmla="*/ 43392 h 6857998"/>
              <a:gd name="connsiteX3" fmla="*/ 5182352 w 5182352"/>
              <a:gd name="connsiteY3" fmla="*/ 3428998 h 6857998"/>
              <a:gd name="connsiteX4" fmla="*/ 2930927 w 5182352"/>
              <a:gd name="connsiteY4" fmla="*/ 6814605 h 6857998"/>
              <a:gd name="connsiteX5" fmla="*/ 2818504 w 5182352"/>
              <a:gd name="connsiteY5" fmla="*/ 6857998 h 6857998"/>
              <a:gd name="connsiteX6" fmla="*/ 0 w 5182352"/>
              <a:gd name="connsiteY6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82352" h="6857998">
                <a:moveTo>
                  <a:pt x="0" y="0"/>
                </a:moveTo>
                <a:lnTo>
                  <a:pt x="2818507" y="0"/>
                </a:lnTo>
                <a:lnTo>
                  <a:pt x="2930927" y="43392"/>
                </a:lnTo>
                <a:cubicBezTo>
                  <a:pt x="4251985" y="590036"/>
                  <a:pt x="5182352" y="1899962"/>
                  <a:pt x="5182352" y="3428998"/>
                </a:cubicBezTo>
                <a:cubicBezTo>
                  <a:pt x="5182352" y="4958035"/>
                  <a:pt x="4251985" y="6267961"/>
                  <a:pt x="2930927" y="6814605"/>
                </a:cubicBezTo>
                <a:lnTo>
                  <a:pt x="2818504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D78608-822C-9484-7E95-174D1455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1"/>
            <a:ext cx="4080681" cy="365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>
                <a:solidFill>
                  <a:srgbClr val="FFFFFF"/>
                </a:solidFill>
              </a:rPr>
              <a:t>Simulating the Circuit</a:t>
            </a: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3D651D50-AFE8-4258-90FE-E239C3138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0" y="2"/>
            <a:ext cx="7010401" cy="6857998"/>
          </a:xfrm>
          <a:custGeom>
            <a:avLst/>
            <a:gdLst>
              <a:gd name="connsiteX0" fmla="*/ 2363848 w 7010401"/>
              <a:gd name="connsiteY0" fmla="*/ 0 h 6857998"/>
              <a:gd name="connsiteX1" fmla="*/ 7010401 w 7010401"/>
              <a:gd name="connsiteY1" fmla="*/ 0 h 6857998"/>
              <a:gd name="connsiteX2" fmla="*/ 7010401 w 7010401"/>
              <a:gd name="connsiteY2" fmla="*/ 6857998 h 6857998"/>
              <a:gd name="connsiteX3" fmla="*/ 2363845 w 7010401"/>
              <a:gd name="connsiteY3" fmla="*/ 6857998 h 6857998"/>
              <a:gd name="connsiteX4" fmla="*/ 2251425 w 7010401"/>
              <a:gd name="connsiteY4" fmla="*/ 6814606 h 6857998"/>
              <a:gd name="connsiteX5" fmla="*/ 0 w 7010401"/>
              <a:gd name="connsiteY5" fmla="*/ 3429000 h 6857998"/>
              <a:gd name="connsiteX6" fmla="*/ 2251425 w 7010401"/>
              <a:gd name="connsiteY6" fmla="*/ 43393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0401" h="6857998">
                <a:moveTo>
                  <a:pt x="2363848" y="0"/>
                </a:moveTo>
                <a:lnTo>
                  <a:pt x="7010401" y="0"/>
                </a:lnTo>
                <a:lnTo>
                  <a:pt x="7010401" y="6857998"/>
                </a:lnTo>
                <a:lnTo>
                  <a:pt x="2363845" y="6857998"/>
                </a:lnTo>
                <a:lnTo>
                  <a:pt x="2251425" y="6814606"/>
                </a:lnTo>
                <a:cubicBezTo>
                  <a:pt x="930367" y="6267962"/>
                  <a:pt x="0" y="4958036"/>
                  <a:pt x="0" y="3429000"/>
                </a:cubicBezTo>
                <a:cubicBezTo>
                  <a:pt x="0" y="1899963"/>
                  <a:pt x="930367" y="590037"/>
                  <a:pt x="2251425" y="4339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36AE2D-471E-3707-F7F4-06C2EC49B36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7025355" y="685800"/>
            <a:ext cx="4238244" cy="54864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76101-8933-9ED9-CF8D-3EA26BC1E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80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DD21D-CE04-EE74-9506-FEC05B2AE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83802D-8C23-3A3A-D142-F87487A8C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EEA0FA-CFF4-E8C5-914C-1B90CE7A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the Circuit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4AB5DD-30A7-AEA7-88D0-AAE6CC7099B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381748" y="1885750"/>
            <a:ext cx="10536054" cy="4097354"/>
          </a:xfrm>
        </p:spPr>
      </p:pic>
    </p:spTree>
    <p:extLst>
      <p:ext uri="{BB962C8B-B14F-4D97-AF65-F5344CB8AC3E}">
        <p14:creationId xmlns:p14="http://schemas.microsoft.com/office/powerpoint/2010/main" val="43648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D7A2-4E54-4C63-0CA6-98A28374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C90987-37FE-C829-336C-C6EC996DF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9A641A-DC4C-AD29-93F9-FA77911E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the Circuit</a:t>
            </a:r>
          </a:p>
        </p:txBody>
      </p:sp>
      <p:pic>
        <p:nvPicPr>
          <p:cNvPr id="4" name="Content Placeholder 3" descr="A computer screen shot of colorful lines&#10;&#10;AI-generated content may be incorrect.">
            <a:extLst>
              <a:ext uri="{FF2B5EF4-FFF2-40B4-BE49-F238E27FC236}">
                <a16:creationId xmlns:a16="http://schemas.microsoft.com/office/drawing/2014/main" id="{3F456132-476D-4700-4914-443FC926862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381747" y="1680448"/>
            <a:ext cx="10466185" cy="4408853"/>
          </a:xfr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B8E06E2-F271-EB2C-6664-00D770FB761B}"/>
              </a:ext>
            </a:extLst>
          </p:cNvPr>
          <p:cNvSpPr/>
          <p:nvPr/>
        </p:nvSpPr>
        <p:spPr>
          <a:xfrm>
            <a:off x="5295481" y="2401556"/>
            <a:ext cx="894304" cy="1198413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7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8FB42-17C1-550E-5F86-D9669657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B9C0EA8-1D7C-4958-8088-FCCA7A14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00D6DE-A23B-4C22-B47F-8F693347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D14FB4-6458-4E1D-B46C-BBE29EDF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CF0F7CE-15DE-4549-B1AD-71D91FB52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182352" cy="6857998"/>
          </a:xfrm>
          <a:custGeom>
            <a:avLst/>
            <a:gdLst>
              <a:gd name="connsiteX0" fmla="*/ 0 w 5182352"/>
              <a:gd name="connsiteY0" fmla="*/ 0 h 6857998"/>
              <a:gd name="connsiteX1" fmla="*/ 2818507 w 5182352"/>
              <a:gd name="connsiteY1" fmla="*/ 0 h 6857998"/>
              <a:gd name="connsiteX2" fmla="*/ 2930927 w 5182352"/>
              <a:gd name="connsiteY2" fmla="*/ 43392 h 6857998"/>
              <a:gd name="connsiteX3" fmla="*/ 5182352 w 5182352"/>
              <a:gd name="connsiteY3" fmla="*/ 3428998 h 6857998"/>
              <a:gd name="connsiteX4" fmla="*/ 2930927 w 5182352"/>
              <a:gd name="connsiteY4" fmla="*/ 6814605 h 6857998"/>
              <a:gd name="connsiteX5" fmla="*/ 2818504 w 5182352"/>
              <a:gd name="connsiteY5" fmla="*/ 6857998 h 6857998"/>
              <a:gd name="connsiteX6" fmla="*/ 0 w 5182352"/>
              <a:gd name="connsiteY6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82352" h="6857998">
                <a:moveTo>
                  <a:pt x="0" y="0"/>
                </a:moveTo>
                <a:lnTo>
                  <a:pt x="2818507" y="0"/>
                </a:lnTo>
                <a:lnTo>
                  <a:pt x="2930927" y="43392"/>
                </a:lnTo>
                <a:cubicBezTo>
                  <a:pt x="4251985" y="590036"/>
                  <a:pt x="5182352" y="1899962"/>
                  <a:pt x="5182352" y="3428998"/>
                </a:cubicBezTo>
                <a:cubicBezTo>
                  <a:pt x="5182352" y="4958035"/>
                  <a:pt x="4251985" y="6267961"/>
                  <a:pt x="2930927" y="6814605"/>
                </a:cubicBezTo>
                <a:lnTo>
                  <a:pt x="2818504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31C6B4-9ABC-6281-D1CB-2B6230340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1"/>
            <a:ext cx="4080681" cy="365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>
                <a:solidFill>
                  <a:srgbClr val="FFFFFF"/>
                </a:solidFill>
              </a:rPr>
              <a:t>Adjusting the Schematic</a:t>
            </a: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3D651D50-AFE8-4258-90FE-E239C3138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0" y="2"/>
            <a:ext cx="7010401" cy="6857998"/>
          </a:xfrm>
          <a:custGeom>
            <a:avLst/>
            <a:gdLst>
              <a:gd name="connsiteX0" fmla="*/ 2363848 w 7010401"/>
              <a:gd name="connsiteY0" fmla="*/ 0 h 6857998"/>
              <a:gd name="connsiteX1" fmla="*/ 7010401 w 7010401"/>
              <a:gd name="connsiteY1" fmla="*/ 0 h 6857998"/>
              <a:gd name="connsiteX2" fmla="*/ 7010401 w 7010401"/>
              <a:gd name="connsiteY2" fmla="*/ 6857998 h 6857998"/>
              <a:gd name="connsiteX3" fmla="*/ 2363845 w 7010401"/>
              <a:gd name="connsiteY3" fmla="*/ 6857998 h 6857998"/>
              <a:gd name="connsiteX4" fmla="*/ 2251425 w 7010401"/>
              <a:gd name="connsiteY4" fmla="*/ 6814606 h 6857998"/>
              <a:gd name="connsiteX5" fmla="*/ 0 w 7010401"/>
              <a:gd name="connsiteY5" fmla="*/ 3429000 h 6857998"/>
              <a:gd name="connsiteX6" fmla="*/ 2251425 w 7010401"/>
              <a:gd name="connsiteY6" fmla="*/ 43393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0401" h="6857998">
                <a:moveTo>
                  <a:pt x="2363848" y="0"/>
                </a:moveTo>
                <a:lnTo>
                  <a:pt x="7010401" y="0"/>
                </a:lnTo>
                <a:lnTo>
                  <a:pt x="7010401" y="6857998"/>
                </a:lnTo>
                <a:lnTo>
                  <a:pt x="2363845" y="6857998"/>
                </a:lnTo>
                <a:lnTo>
                  <a:pt x="2251425" y="6814606"/>
                </a:lnTo>
                <a:cubicBezTo>
                  <a:pt x="930367" y="6267962"/>
                  <a:pt x="0" y="4958036"/>
                  <a:pt x="0" y="3429000"/>
                </a:cubicBezTo>
                <a:cubicBezTo>
                  <a:pt x="0" y="1899963"/>
                  <a:pt x="930367" y="590037"/>
                  <a:pt x="2251425" y="4339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" name="Content Placeholder 19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17F0C0B7-0DB4-7247-D847-1B33049BA3F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714699" y="1448731"/>
            <a:ext cx="4859557" cy="39605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EB55F6-E231-EBC8-1529-80F444FAA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1900">
              <a:solidFill>
                <a:schemeClr val="accent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3997B98-BD30-1694-F642-054E4055A771}"/>
              </a:ext>
            </a:extLst>
          </p:cNvPr>
          <p:cNvSpPr/>
          <p:nvPr/>
        </p:nvSpPr>
        <p:spPr>
          <a:xfrm>
            <a:off x="10520799" y="2210637"/>
            <a:ext cx="683113" cy="2132764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75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44A2-7F1F-355E-8956-2F3B9873E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3E4256-1C01-5A76-1EAF-5A819D4CC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28F541-C389-9411-3B5E-F9FCE1FD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the Circuit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0B2CE2-F383-FA91-A3E1-E6A1B5B3D79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381748" y="1921608"/>
            <a:ext cx="10202075" cy="3956678"/>
          </a:xfrm>
        </p:spPr>
      </p:pic>
    </p:spTree>
    <p:extLst>
      <p:ext uri="{BB962C8B-B14F-4D97-AF65-F5344CB8AC3E}">
        <p14:creationId xmlns:p14="http://schemas.microsoft.com/office/powerpoint/2010/main" val="3955381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61A97-726E-8FD1-E256-58EE5A93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0CAB64-1647-E5BC-24FF-7C98FA46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</a:rPr>
              <a:t>Building the Layout</a:t>
            </a:r>
          </a:p>
        </p:txBody>
      </p:sp>
      <p:pic>
        <p:nvPicPr>
          <p:cNvPr id="12" name="Content Placeholder 11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60BA8289-77B3-1062-0985-3621295CAFB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462357" y="658414"/>
            <a:ext cx="6460930" cy="52656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1B8018-C17A-443C-EEA5-1FD36536D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sz="1900">
              <a:solidFill>
                <a:schemeClr val="accent2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5E53FBE-AB37-7C55-B407-FBA2AC47C1B9}"/>
              </a:ext>
            </a:extLst>
          </p:cNvPr>
          <p:cNvSpPr/>
          <p:nvPr/>
        </p:nvSpPr>
        <p:spPr>
          <a:xfrm>
            <a:off x="6371303" y="2238274"/>
            <a:ext cx="5073445" cy="1097280"/>
          </a:xfrm>
          <a:custGeom>
            <a:avLst/>
            <a:gdLst>
              <a:gd name="connsiteX0" fmla="*/ 0 w 5073445"/>
              <a:gd name="connsiteY0" fmla="*/ 1016203 h 1115602"/>
              <a:gd name="connsiteX1" fmla="*/ 2202426 w 5073445"/>
              <a:gd name="connsiteY1" fmla="*/ 1026036 h 1115602"/>
              <a:gd name="connsiteX2" fmla="*/ 2320413 w 5073445"/>
              <a:gd name="connsiteY2" fmla="*/ 62474 h 1115602"/>
              <a:gd name="connsiteX3" fmla="*/ 5073445 w 5073445"/>
              <a:gd name="connsiteY3" fmla="*/ 111636 h 111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3445" h="1115602">
                <a:moveTo>
                  <a:pt x="0" y="1016203"/>
                </a:moveTo>
                <a:cubicBezTo>
                  <a:pt x="907845" y="1100597"/>
                  <a:pt x="1815691" y="1184991"/>
                  <a:pt x="2202426" y="1026036"/>
                </a:cubicBezTo>
                <a:cubicBezTo>
                  <a:pt x="2589161" y="867081"/>
                  <a:pt x="1841910" y="214874"/>
                  <a:pt x="2320413" y="62474"/>
                </a:cubicBezTo>
                <a:cubicBezTo>
                  <a:pt x="2798916" y="-89926"/>
                  <a:pt x="4717845" y="80500"/>
                  <a:pt x="5073445" y="111636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34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527EA-2009-0FAD-9247-A5F71F09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43FD30-D83C-6551-D8A7-D99224169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6DCDA85-81EA-605B-2605-94B09A746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9464962-0FA2-51B2-9B05-19EB67DC8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05D3EAC-717F-972F-1597-BD583B658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C184F-4F05-37BC-1122-921CC7A56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>
                <a:solidFill>
                  <a:srgbClr val="FFFFFF"/>
                </a:solidFill>
              </a:rPr>
              <a:t>Building the Layout</a:t>
            </a:r>
          </a:p>
        </p:txBody>
      </p:sp>
      <p:pic>
        <p:nvPicPr>
          <p:cNvPr id="4" name="Content Placeholder 3" descr="A blue and pink diagram&#10;&#10;AI-generated content may be incorrect.">
            <a:extLst>
              <a:ext uri="{FF2B5EF4-FFF2-40B4-BE49-F238E27FC236}">
                <a16:creationId xmlns:a16="http://schemas.microsoft.com/office/drawing/2014/main" id="{67C62C83-8B3C-A8AA-310F-967351C5253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740051" y="685800"/>
            <a:ext cx="3995350" cy="54864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1F5D0C-EFD7-51D8-A903-29DB866FF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164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C948A-9294-CC83-C67B-FA86898A5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9C0EA8-1D7C-4958-8088-FCCA7A14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00D6DE-A23B-4C22-B47F-8F693347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14FB4-6458-4E1D-B46C-BBE29EDF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CF0F7CE-15DE-4549-B1AD-71D91FB52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182352" cy="6857998"/>
          </a:xfrm>
          <a:custGeom>
            <a:avLst/>
            <a:gdLst>
              <a:gd name="connsiteX0" fmla="*/ 0 w 5182352"/>
              <a:gd name="connsiteY0" fmla="*/ 0 h 6857998"/>
              <a:gd name="connsiteX1" fmla="*/ 2818507 w 5182352"/>
              <a:gd name="connsiteY1" fmla="*/ 0 h 6857998"/>
              <a:gd name="connsiteX2" fmla="*/ 2930927 w 5182352"/>
              <a:gd name="connsiteY2" fmla="*/ 43392 h 6857998"/>
              <a:gd name="connsiteX3" fmla="*/ 5182352 w 5182352"/>
              <a:gd name="connsiteY3" fmla="*/ 3428998 h 6857998"/>
              <a:gd name="connsiteX4" fmla="*/ 2930927 w 5182352"/>
              <a:gd name="connsiteY4" fmla="*/ 6814605 h 6857998"/>
              <a:gd name="connsiteX5" fmla="*/ 2818504 w 5182352"/>
              <a:gd name="connsiteY5" fmla="*/ 6857998 h 6857998"/>
              <a:gd name="connsiteX6" fmla="*/ 0 w 5182352"/>
              <a:gd name="connsiteY6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82352" h="6857998">
                <a:moveTo>
                  <a:pt x="0" y="0"/>
                </a:moveTo>
                <a:lnTo>
                  <a:pt x="2818507" y="0"/>
                </a:lnTo>
                <a:lnTo>
                  <a:pt x="2930927" y="43392"/>
                </a:lnTo>
                <a:cubicBezTo>
                  <a:pt x="4251985" y="590036"/>
                  <a:pt x="5182352" y="1899962"/>
                  <a:pt x="5182352" y="3428998"/>
                </a:cubicBezTo>
                <a:cubicBezTo>
                  <a:pt x="5182352" y="4958035"/>
                  <a:pt x="4251985" y="6267961"/>
                  <a:pt x="2930927" y="6814605"/>
                </a:cubicBezTo>
                <a:lnTo>
                  <a:pt x="2818504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D4E175-EF4A-CA5E-2A33-9AC31311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1"/>
            <a:ext cx="4080681" cy="365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>
                <a:solidFill>
                  <a:srgbClr val="FFFFFF"/>
                </a:solidFill>
              </a:rPr>
              <a:t>3D View of Layout</a:t>
            </a: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3D651D50-AFE8-4258-90FE-E239C3138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0" y="2"/>
            <a:ext cx="7010401" cy="6857998"/>
          </a:xfrm>
          <a:custGeom>
            <a:avLst/>
            <a:gdLst>
              <a:gd name="connsiteX0" fmla="*/ 2363848 w 7010401"/>
              <a:gd name="connsiteY0" fmla="*/ 0 h 6857998"/>
              <a:gd name="connsiteX1" fmla="*/ 7010401 w 7010401"/>
              <a:gd name="connsiteY1" fmla="*/ 0 h 6857998"/>
              <a:gd name="connsiteX2" fmla="*/ 7010401 w 7010401"/>
              <a:gd name="connsiteY2" fmla="*/ 6857998 h 6857998"/>
              <a:gd name="connsiteX3" fmla="*/ 2363845 w 7010401"/>
              <a:gd name="connsiteY3" fmla="*/ 6857998 h 6857998"/>
              <a:gd name="connsiteX4" fmla="*/ 2251425 w 7010401"/>
              <a:gd name="connsiteY4" fmla="*/ 6814606 h 6857998"/>
              <a:gd name="connsiteX5" fmla="*/ 0 w 7010401"/>
              <a:gd name="connsiteY5" fmla="*/ 3429000 h 6857998"/>
              <a:gd name="connsiteX6" fmla="*/ 2251425 w 7010401"/>
              <a:gd name="connsiteY6" fmla="*/ 43393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0401" h="6857998">
                <a:moveTo>
                  <a:pt x="2363848" y="0"/>
                </a:moveTo>
                <a:lnTo>
                  <a:pt x="7010401" y="0"/>
                </a:lnTo>
                <a:lnTo>
                  <a:pt x="7010401" y="6857998"/>
                </a:lnTo>
                <a:lnTo>
                  <a:pt x="2363845" y="6857998"/>
                </a:lnTo>
                <a:lnTo>
                  <a:pt x="2251425" y="6814606"/>
                </a:lnTo>
                <a:cubicBezTo>
                  <a:pt x="930367" y="6267962"/>
                  <a:pt x="0" y="4958036"/>
                  <a:pt x="0" y="3429000"/>
                </a:cubicBezTo>
                <a:cubicBezTo>
                  <a:pt x="0" y="1899963"/>
                  <a:pt x="930367" y="590037"/>
                  <a:pt x="2251425" y="4339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colorful wireframe of a building&#10;&#10;AI-generated content may be incorrect.">
            <a:extLst>
              <a:ext uri="{FF2B5EF4-FFF2-40B4-BE49-F238E27FC236}">
                <a16:creationId xmlns:a16="http://schemas.microsoft.com/office/drawing/2014/main" id="{4AAE5ECB-6EBA-F1E2-783D-7E18A6A7243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156406" y="1331497"/>
            <a:ext cx="5846696" cy="41950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4FD447-ED68-5331-E367-20AB3A524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773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63E900-0B59-4326-97A6-326A75B12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813B66-A56C-47CF-A925-B6177C5A6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97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2147D44-C97C-405A-A47A-45863B50D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0578" y="0"/>
            <a:ext cx="10311423" cy="6858000"/>
          </a:xfrm>
          <a:custGeom>
            <a:avLst/>
            <a:gdLst>
              <a:gd name="connsiteX0" fmla="*/ 3491766 w 10311423"/>
              <a:gd name="connsiteY0" fmla="*/ 0 h 6858000"/>
              <a:gd name="connsiteX1" fmla="*/ 3516179 w 10311423"/>
              <a:gd name="connsiteY1" fmla="*/ 0 h 6858000"/>
              <a:gd name="connsiteX2" fmla="*/ 4068324 w 10311423"/>
              <a:gd name="connsiteY2" fmla="*/ 0 h 6858000"/>
              <a:gd name="connsiteX3" fmla="*/ 5624072 w 10311423"/>
              <a:gd name="connsiteY3" fmla="*/ 0 h 6858000"/>
              <a:gd name="connsiteX4" fmla="*/ 6389966 w 10311423"/>
              <a:gd name="connsiteY4" fmla="*/ 0 h 6858000"/>
              <a:gd name="connsiteX5" fmla="*/ 7032359 w 10311423"/>
              <a:gd name="connsiteY5" fmla="*/ 0 h 6858000"/>
              <a:gd name="connsiteX6" fmla="*/ 8830217 w 10311423"/>
              <a:gd name="connsiteY6" fmla="*/ 0 h 6858000"/>
              <a:gd name="connsiteX7" fmla="*/ 9753600 w 10311423"/>
              <a:gd name="connsiteY7" fmla="*/ 0 h 6858000"/>
              <a:gd name="connsiteX8" fmla="*/ 10311423 w 10311423"/>
              <a:gd name="connsiteY8" fmla="*/ 0 h 6858000"/>
              <a:gd name="connsiteX9" fmla="*/ 10311423 w 10311423"/>
              <a:gd name="connsiteY9" fmla="*/ 6858000 h 6858000"/>
              <a:gd name="connsiteX10" fmla="*/ 4007 w 10311423"/>
              <a:gd name="connsiteY10" fmla="*/ 6858000 h 6858000"/>
              <a:gd name="connsiteX11" fmla="*/ 4007 w 10311423"/>
              <a:gd name="connsiteY11" fmla="*/ 3688236 h 6858000"/>
              <a:gd name="connsiteX12" fmla="*/ 0 w 10311423"/>
              <a:gd name="connsiteY12" fmla="*/ 3529178 h 6858000"/>
              <a:gd name="connsiteX13" fmla="*/ 3156672 w 10311423"/>
              <a:gd name="connsiteY13" fmla="*/ 18220 h 6858000"/>
              <a:gd name="connsiteX14" fmla="*/ 3491766 w 10311423"/>
              <a:gd name="connsiteY14" fmla="*/ 123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311423" h="6858000">
                <a:moveTo>
                  <a:pt x="3491766" y="0"/>
                </a:moveTo>
                <a:lnTo>
                  <a:pt x="3516179" y="0"/>
                </a:lnTo>
                <a:lnTo>
                  <a:pt x="4068324" y="0"/>
                </a:lnTo>
                <a:lnTo>
                  <a:pt x="5624072" y="0"/>
                </a:lnTo>
                <a:lnTo>
                  <a:pt x="6389966" y="0"/>
                </a:lnTo>
                <a:lnTo>
                  <a:pt x="7032359" y="0"/>
                </a:lnTo>
                <a:lnTo>
                  <a:pt x="8830217" y="0"/>
                </a:lnTo>
                <a:lnTo>
                  <a:pt x="9753600" y="0"/>
                </a:lnTo>
                <a:lnTo>
                  <a:pt x="10311423" y="0"/>
                </a:lnTo>
                <a:lnTo>
                  <a:pt x="10311423" y="6858000"/>
                </a:lnTo>
                <a:lnTo>
                  <a:pt x="4007" y="6858000"/>
                </a:lnTo>
                <a:lnTo>
                  <a:pt x="4007" y="3688236"/>
                </a:lnTo>
                <a:lnTo>
                  <a:pt x="0" y="3529178"/>
                </a:lnTo>
                <a:cubicBezTo>
                  <a:pt x="0" y="1701886"/>
                  <a:pt x="1383616" y="198950"/>
                  <a:pt x="3156672" y="18220"/>
                </a:cubicBezTo>
                <a:lnTo>
                  <a:pt x="3491766" y="1238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0227DB4-32B5-4FE1-8847-991A412DB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7997" y="3597208"/>
            <a:ext cx="3132577" cy="3260792"/>
          </a:xfrm>
          <a:custGeom>
            <a:avLst/>
            <a:gdLst>
              <a:gd name="connsiteX0" fmla="*/ 3132577 w 3132577"/>
              <a:gd name="connsiteY0" fmla="*/ 0 h 3260792"/>
              <a:gd name="connsiteX1" fmla="*/ 3132577 w 3132577"/>
              <a:gd name="connsiteY1" fmla="*/ 3260792 h 3260792"/>
              <a:gd name="connsiteX2" fmla="*/ 0 w 3132577"/>
              <a:gd name="connsiteY2" fmla="*/ 3260792 h 3260792"/>
              <a:gd name="connsiteX3" fmla="*/ 49518 w 3132577"/>
              <a:gd name="connsiteY3" fmla="*/ 3254500 h 3260792"/>
              <a:gd name="connsiteX4" fmla="*/ 3131620 w 3132577"/>
              <a:gd name="connsiteY4" fmla="*/ 12589 h 3260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2577" h="3260792">
                <a:moveTo>
                  <a:pt x="3132577" y="0"/>
                </a:moveTo>
                <a:lnTo>
                  <a:pt x="3132577" y="3260792"/>
                </a:lnTo>
                <a:lnTo>
                  <a:pt x="0" y="3260792"/>
                </a:lnTo>
                <a:lnTo>
                  <a:pt x="49518" y="3254500"/>
                </a:lnTo>
                <a:cubicBezTo>
                  <a:pt x="1684321" y="3004707"/>
                  <a:pt x="2963023" y="1672736"/>
                  <a:pt x="3131620" y="1258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68B6DAD-7E1E-4EF6-8EA1-63EE2D580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501118"/>
            <a:ext cx="12182323" cy="5356883"/>
          </a:xfrm>
          <a:custGeom>
            <a:avLst/>
            <a:gdLst>
              <a:gd name="connsiteX0" fmla="*/ 0 w 12182323"/>
              <a:gd name="connsiteY0" fmla="*/ 0 h 5356883"/>
              <a:gd name="connsiteX1" fmla="*/ 9210 w 12182323"/>
              <a:gd name="connsiteY1" fmla="*/ 182385 h 5356883"/>
              <a:gd name="connsiteX2" fmla="*/ 3648465 w 12182323"/>
              <a:gd name="connsiteY2" fmla="*/ 3466503 h 5356883"/>
              <a:gd name="connsiteX3" fmla="*/ 12182323 w 12182323"/>
              <a:gd name="connsiteY3" fmla="*/ 3466500 h 5356883"/>
              <a:gd name="connsiteX4" fmla="*/ 12182323 w 12182323"/>
              <a:gd name="connsiteY4" fmla="*/ 5356883 h 5356883"/>
              <a:gd name="connsiteX5" fmla="*/ 0 w 12182323"/>
              <a:gd name="connsiteY5" fmla="*/ 5356883 h 535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2323" h="5356883">
                <a:moveTo>
                  <a:pt x="0" y="0"/>
                </a:moveTo>
                <a:lnTo>
                  <a:pt x="9210" y="182385"/>
                </a:lnTo>
                <a:cubicBezTo>
                  <a:pt x="196543" y="2027025"/>
                  <a:pt x="1754400" y="3466503"/>
                  <a:pt x="3648465" y="3466503"/>
                </a:cubicBezTo>
                <a:lnTo>
                  <a:pt x="12182323" y="3466500"/>
                </a:lnTo>
                <a:lnTo>
                  <a:pt x="12182323" y="5356883"/>
                </a:lnTo>
                <a:lnTo>
                  <a:pt x="0" y="535688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081" y="1122361"/>
            <a:ext cx="7478974" cy="299243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{EBDEF4F9-B5D6-49A0-91EB-8D2904ACA51D}TFce6c19b5-b857-4146-b2d9-33ca01394bc5af92e1a2_win32-293333268dd9</Template>
  <TotalTime>365</TotalTime>
  <Words>144</Words>
  <Application>Microsoft Office PowerPoint</Application>
  <PresentationFormat>Widescreen</PresentationFormat>
  <Paragraphs>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Nova Light</vt:lpstr>
      <vt:lpstr>Calibri</vt:lpstr>
      <vt:lpstr>Elephant</vt:lpstr>
      <vt:lpstr>ModOverlayVTI</vt:lpstr>
      <vt:lpstr>4-Bit CMOS Arithmetic Logic Unit (ALU)</vt:lpstr>
      <vt:lpstr>Objective</vt:lpstr>
      <vt:lpstr>Where I started</vt:lpstr>
      <vt:lpstr>Building the Schematic</vt:lpstr>
      <vt:lpstr>Simulating the Circuit</vt:lpstr>
      <vt:lpstr>Simulating the Circuit</vt:lpstr>
      <vt:lpstr>Simulating the Circuit</vt:lpstr>
      <vt:lpstr>Simulating the Circuit</vt:lpstr>
      <vt:lpstr>Simulating the Circuit</vt:lpstr>
      <vt:lpstr>Adjusting the Schematic</vt:lpstr>
      <vt:lpstr>Simulating the Circuit</vt:lpstr>
      <vt:lpstr>Building the Layout</vt:lpstr>
      <vt:lpstr>Building the Layout</vt:lpstr>
      <vt:lpstr>3D View of Layout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Braidyn Sheffield</dc:creator>
  <cp:lastModifiedBy>Braidyn Sheffield</cp:lastModifiedBy>
  <cp:revision>1</cp:revision>
  <dcterms:created xsi:type="dcterms:W3CDTF">2025-11-12T04:15:41Z</dcterms:created>
  <dcterms:modified xsi:type="dcterms:W3CDTF">2025-11-13T22:37:08Z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